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60" r:id="rId6"/>
    <p:sldId id="261" r:id="rId7"/>
    <p:sldId id="262" r:id="rId8"/>
    <p:sldId id="263" r:id="rId9"/>
    <p:sldId id="268" r:id="rId10"/>
    <p:sldId id="267" r:id="rId11"/>
    <p:sldId id="266" r:id="rId12"/>
  </p:sldIdLst>
  <p:sldSz cx="12192000" cy="6858000"/>
  <p:notesSz cx="12192000" cy="6858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C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60"/>
  </p:normalViewPr>
  <p:slideViewPr>
    <p:cSldViewPr showGuides="1">
      <p:cViewPr varScale="1">
        <p:scale>
          <a:sx n="87" d="100"/>
          <a:sy n="87" d="100"/>
        </p:scale>
        <p:origin x="499" y="120"/>
      </p:cViewPr>
      <p:guideLst>
        <p:guide orient="horz" pos="2880"/>
        <p:guide pos="214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Header Placeholder 1"/>
          <p:cNvSpPr>
            <a:spLocks noGrp="1" noChangeArrowheads="1"/>
          </p:cNvSpPr>
          <p:nvPr>
            <p:ph type="hdr" sz="quarter"/>
          </p:nvPr>
        </p:nvSpPr>
        <p:spPr bwMode="auto">
          <a:xfrm>
            <a:off x="0"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ECOVISION:Deep Learning model for Seasonal Detection</a:t>
            </a: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3" name="Date Placeholder 2"/>
          <p:cNvSpPr>
            <a:spLocks noGrp="1" noChangeArrowheads="1"/>
          </p:cNvSpPr>
          <p:nvPr>
            <p:ph type="dt" sz="quarter" idx="1"/>
          </p:nvPr>
        </p:nvSpPr>
        <p:spPr bwMode="auto">
          <a:xfrm>
            <a:off x="6905625"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F7CD42C-AEDC-4204-92B9-4096A1E38DD8}" type="datetimeFigureOut">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12-12-2025</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4" name="Footer Placeholder 3"/>
          <p:cNvSpPr>
            <a:spLocks noGrp="1" noChangeArrowheads="1"/>
          </p:cNvSpPr>
          <p:nvPr>
            <p:ph type="ftr" sz="quarter" idx="2"/>
          </p:nvPr>
        </p:nvSpPr>
        <p:spPr bwMode="auto">
          <a:xfrm>
            <a:off x="0"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5" name="Slide Number Placeholder 4"/>
          <p:cNvSpPr>
            <a:spLocks noGrp="1" noChangeArrowheads="1"/>
          </p:cNvSpPr>
          <p:nvPr>
            <p:ph type="sldNum" sz="quarter" idx="3"/>
          </p:nvPr>
        </p:nvSpPr>
        <p:spPr bwMode="auto">
          <a:xfrm>
            <a:off x="6905625"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1BFA070-C9E3-4C62-BEFF-BB79EE19FBAA}" type="slidenum">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Header Placeholder 1"/>
          <p:cNvSpPr>
            <a:spLocks noGrp="1" noChangeArrowheads="1"/>
          </p:cNvSpPr>
          <p:nvPr>
            <p:ph type="hdr" sz="quarter"/>
          </p:nvPr>
        </p:nvSpPr>
        <p:spPr bwMode="auto">
          <a:xfrm>
            <a:off x="0"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ECOVISION:Deep Learning model for Seasonal Detection</a:t>
            </a: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099" name="Date Placeholder 2"/>
          <p:cNvSpPr>
            <a:spLocks noGrp="1" noChangeArrowheads="1"/>
          </p:cNvSpPr>
          <p:nvPr>
            <p:ph type="dt" idx="1"/>
          </p:nvPr>
        </p:nvSpPr>
        <p:spPr bwMode="auto">
          <a:xfrm>
            <a:off x="6905625" y="0"/>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9ED4C81-AEB8-429A-866B-14C6DF65D1DE}" type="datetimeFigureOut">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12-12-2025</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1219200" y="3300413"/>
            <a:ext cx="9753600" cy="2700338"/>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102" name="Footer Placeholder 5"/>
          <p:cNvSpPr>
            <a:spLocks noGrp="1" noChangeArrowheads="1"/>
          </p:cNvSpPr>
          <p:nvPr>
            <p:ph type="ftr" sz="quarter" idx="4"/>
          </p:nvPr>
        </p:nvSpPr>
        <p:spPr bwMode="auto">
          <a:xfrm>
            <a:off x="0"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defRPr sz="120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103" name="Slide Number Placeholder 6"/>
          <p:cNvSpPr>
            <a:spLocks noGrp="1" noChangeArrowheads="1"/>
          </p:cNvSpPr>
          <p:nvPr>
            <p:ph type="sldNum" sz="quarter" idx="5"/>
          </p:nvPr>
        </p:nvSpPr>
        <p:spPr bwMode="auto">
          <a:xfrm>
            <a:off x="6905625" y="6513513"/>
            <a:ext cx="52832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defRPr sz="1200" smtClean="0">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DCD595E-9754-4667-9CB9-C45931948710}" type="slidenum">
              <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fld>
            <a:endParaRPr kumimoji="0" lang="en-IN"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77447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ln>
            <a:solidFill>
              <a:srgbClr val="000000"/>
            </a:solidFill>
            <a:miter/>
          </a:ln>
        </p:spPr>
      </p:sp>
      <p:sp>
        <p:nvSpPr>
          <p:cNvPr id="9219" name="Notes Placeholder 2"/>
          <p:cNvSpPr>
            <a:spLocks noGrp="1"/>
          </p:cNvSpPr>
          <p:nvPr>
            <p:ph type="body" idx="1"/>
          </p:nvPr>
        </p:nvSpPr>
        <p:spPr>
          <a:xfrm>
            <a:off x="1219200" y="3300413"/>
            <a:ext cx="9753600" cy="2700337"/>
          </a:xfrm>
          <a:noFill/>
          <a:ln>
            <a:noFill/>
          </a:ln>
        </p:spPr>
        <p:txBody>
          <a:bodyPr wrap="square" lIns="91440" tIns="45720" rIns="91440" bIns="45720" anchor="t" anchorCtr="0"/>
          <a:lstStyle/>
          <a:p>
            <a:pPr lvl="0"/>
            <a:endParaRPr lang="en-IN" altLang="x-none" dirty="0"/>
          </a:p>
        </p:txBody>
      </p:sp>
      <p:sp>
        <p:nvSpPr>
          <p:cNvPr id="9220" name="Header Placeholder 3"/>
          <p:cNvSpPr txBox="1">
            <a:spLocks noGrp="1"/>
          </p:cNvSpPr>
          <p:nvPr>
            <p:ph type="hdr" sz="quarter"/>
          </p:nvPr>
        </p:nvSpPr>
        <p:spPr>
          <a:xfrm>
            <a:off x="0" y="0"/>
            <a:ext cx="5283200" cy="344488"/>
          </a:xfrm>
          <a:prstGeom prst="rect">
            <a:avLst/>
          </a:prstGeom>
          <a:noFill/>
          <a:ln w="9525">
            <a:noFill/>
          </a:ln>
        </p:spPr>
        <p:txBody>
          <a:bodyPr/>
          <a:lstStyle/>
          <a:p>
            <a:pPr lvl="0" eaLnBrk="1" hangingPunct="1">
              <a:buNone/>
            </a:pPr>
            <a:r>
              <a:rPr lang="en-US" altLang="en-US" sz="1200" dirty="0">
                <a:solidFill>
                  <a:srgbClr val="000000"/>
                </a:solidFill>
              </a:rPr>
              <a:t>ECOVISION:Deep Learning model for Seasonal Detection</a:t>
            </a:r>
            <a:endParaRPr lang="en-IN" altLang="en-US" sz="1200" dirty="0">
              <a:solidFill>
                <a:srgbClr val="000000"/>
              </a:solidFill>
            </a:endParaRPr>
          </a:p>
        </p:txBody>
      </p:sp>
      <p:sp>
        <p:nvSpPr>
          <p:cNvPr id="9221" name="Slide Number Placeholder 4"/>
          <p:cNvSpPr txBox="1">
            <a:spLocks noGrp="1"/>
          </p:cNvSpPr>
          <p:nvPr>
            <p:ph type="sldNum" sz="quarter"/>
          </p:nvPr>
        </p:nvSpPr>
        <p:spPr>
          <a:xfrm>
            <a:off x="6905625" y="6513513"/>
            <a:ext cx="5283200" cy="344487"/>
          </a:xfrm>
          <a:prstGeom prst="rect">
            <a:avLst/>
          </a:prstGeom>
          <a:noFill/>
          <a:ln w="9525">
            <a:noFill/>
          </a:ln>
        </p:spPr>
        <p:txBody>
          <a:bodyPr anchor="b" anchorCtr="0"/>
          <a:lstStyle/>
          <a:p>
            <a:pPr lvl="0" algn="r" eaLnBrk="1" hangingPunct="1">
              <a:buNone/>
            </a:pPr>
            <a:fld id="{9A0DB2DC-4C9A-4742-B13C-FB6460FD3503}" type="slidenum">
              <a:rPr lang="en-IN" altLang="en-US" sz="1200" dirty="0">
                <a:solidFill>
                  <a:srgbClr val="000000"/>
                </a:solidFill>
              </a:rPr>
              <a:t>3</a:t>
            </a:fld>
            <a:endParaRPr lang="en-IN" altLang="en-US" sz="1200" dirty="0">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a:lstStyle>
            <a:lvl1pPr>
              <a:defRPr sz="2800" b="0" i="0">
                <a:solidFill>
                  <a:schemeClr val="tx1"/>
                </a:solidFill>
                <a:latin typeface="Times New Roman" panose="02020603050405020304"/>
                <a:cs typeface="Times New Roman" panose="02020603050405020304"/>
              </a:defRPr>
            </a:lvl1pPr>
          </a:lstStyle>
          <a:p>
            <a:endParaRPr/>
          </a:p>
        </p:txBody>
      </p:sp>
      <p:sp>
        <p:nvSpPr>
          <p:cNvPr id="4" name="Footer Placeholder 3"/>
          <p:cNvSpPr>
            <a:spLocks noGrp="1"/>
          </p:cNvSpPr>
          <p:nvPr>
            <p:ph type="ftr" sz="quarter" idx="10"/>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5" name="Date Placeholder 4"/>
          <p:cNvSpPr>
            <a:spLocks noGrp="1"/>
          </p:cNvSpPr>
          <p:nvPr>
            <p:ph type="dt" sz="half" idx="11"/>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6" name="Slide Number Placeholder 5"/>
          <p:cNvSpPr>
            <a:spLocks noGrp="1"/>
          </p:cNvSpPr>
          <p:nvPr>
            <p:ph type="sldNum" sz="quarter" idx="12"/>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050" name="bg object 16"/>
          <p:cNvSpPr/>
          <p:nvPr/>
        </p:nvSpPr>
        <p:spPr>
          <a:xfrm>
            <a:off x="933450" y="6642100"/>
            <a:ext cx="5497513" cy="215900"/>
          </a:xfrm>
          <a:custGeom>
            <a:avLst/>
            <a:gdLst/>
            <a:ahLst/>
            <a:cxnLst>
              <a:cxn ang="0">
                <a:pos x="0" y="216189"/>
              </a:cxn>
              <a:cxn ang="0">
                <a:pos x="5496320" y="216189"/>
              </a:cxn>
              <a:cxn ang="0">
                <a:pos x="5496320" y="0"/>
              </a:cxn>
              <a:cxn ang="0">
                <a:pos x="0" y="0"/>
              </a:cxn>
              <a:cxn ang="0">
                <a:pos x="0" y="216189"/>
              </a:cxn>
            </a:cxnLst>
            <a:rect l="0" t="0" r="0" b="0"/>
            <a:pathLst>
              <a:path w="5498465" h="215265">
                <a:moveTo>
                  <a:pt x="0" y="214919"/>
                </a:moveTo>
                <a:lnTo>
                  <a:pt x="5498224" y="214919"/>
                </a:lnTo>
                <a:lnTo>
                  <a:pt x="5498224" y="0"/>
                </a:lnTo>
                <a:lnTo>
                  <a:pt x="0" y="0"/>
                </a:lnTo>
                <a:lnTo>
                  <a:pt x="0" y="214919"/>
                </a:lnTo>
                <a:close/>
              </a:path>
            </a:pathLst>
          </a:custGeom>
          <a:solidFill>
            <a:srgbClr val="002060">
              <a:alpha val="100000"/>
            </a:srgbClr>
          </a:solidFill>
          <a:ln w="9525">
            <a:noFill/>
          </a:ln>
        </p:spPr>
        <p:txBody>
          <a:bodyPr/>
          <a:lstStyle/>
          <a:p>
            <a:endParaRPr lang="en-US"/>
          </a:p>
        </p:txBody>
      </p:sp>
      <p:sp>
        <p:nvSpPr>
          <p:cNvPr id="2051" name="bg object 17"/>
          <p:cNvSpPr/>
          <p:nvPr/>
        </p:nvSpPr>
        <p:spPr>
          <a:xfrm>
            <a:off x="6430963" y="6642100"/>
            <a:ext cx="5192712" cy="215900"/>
          </a:xfrm>
          <a:custGeom>
            <a:avLst/>
            <a:gdLst/>
            <a:ahLst/>
            <a:cxnLst>
              <a:cxn ang="0">
                <a:pos x="0" y="215639"/>
              </a:cxn>
              <a:cxn ang="0">
                <a:pos x="5193545" y="215639"/>
              </a:cxn>
              <a:cxn ang="0">
                <a:pos x="5193545" y="0"/>
              </a:cxn>
              <a:cxn ang="0">
                <a:pos x="0" y="0"/>
              </a:cxn>
              <a:cxn ang="0">
                <a:pos x="0" y="215639"/>
              </a:cxn>
            </a:cxnLst>
            <a:rect l="0" t="0" r="0" b="0"/>
            <a:pathLst>
              <a:path w="5191759" h="215900">
                <a:moveTo>
                  <a:pt x="0" y="215639"/>
                </a:moveTo>
                <a:lnTo>
                  <a:pt x="5191639" y="215639"/>
                </a:lnTo>
                <a:lnTo>
                  <a:pt x="5191639" y="0"/>
                </a:lnTo>
                <a:lnTo>
                  <a:pt x="0" y="0"/>
                </a:lnTo>
                <a:lnTo>
                  <a:pt x="0" y="215639"/>
                </a:lnTo>
                <a:close/>
              </a:path>
            </a:pathLst>
          </a:custGeom>
          <a:solidFill>
            <a:srgbClr val="008080">
              <a:alpha val="100000"/>
            </a:srgbClr>
          </a:solidFill>
          <a:ln w="9525">
            <a:noFill/>
          </a:ln>
        </p:spPr>
        <p:txBody>
          <a:bodyPr/>
          <a:lstStyle/>
          <a:p>
            <a:endParaRPr lang="en-US"/>
          </a:p>
        </p:txBody>
      </p:sp>
      <p:sp>
        <p:nvSpPr>
          <p:cNvPr id="2052" name="bg object 18"/>
          <p:cNvSpPr/>
          <p:nvPr/>
        </p:nvSpPr>
        <p:spPr>
          <a:xfrm>
            <a:off x="11623675" y="6642100"/>
            <a:ext cx="568325" cy="215900"/>
          </a:xfrm>
          <a:custGeom>
            <a:avLst/>
            <a:gdLst/>
            <a:ahLst/>
            <a:cxnLst>
              <a:cxn ang="0">
                <a:pos x="567692" y="215899"/>
              </a:cxn>
              <a:cxn ang="0">
                <a:pos x="0" y="215899"/>
              </a:cxn>
              <a:cxn ang="0">
                <a:pos x="0" y="0"/>
              </a:cxn>
              <a:cxn ang="0">
                <a:pos x="567692" y="0"/>
              </a:cxn>
              <a:cxn ang="0">
                <a:pos x="567692" y="215899"/>
              </a:cxn>
            </a:cxnLst>
            <a:rect l="0" t="0" r="0" b="0"/>
            <a:pathLst>
              <a:path w="568959" h="215900">
                <a:moveTo>
                  <a:pt x="568959" y="215899"/>
                </a:moveTo>
                <a:lnTo>
                  <a:pt x="0" y="215899"/>
                </a:lnTo>
                <a:lnTo>
                  <a:pt x="0" y="0"/>
                </a:lnTo>
                <a:lnTo>
                  <a:pt x="568959" y="0"/>
                </a:lnTo>
                <a:lnTo>
                  <a:pt x="568959" y="215899"/>
                </a:lnTo>
                <a:close/>
              </a:path>
            </a:pathLst>
          </a:custGeom>
          <a:solidFill>
            <a:srgbClr val="FFC000">
              <a:alpha val="100000"/>
            </a:srgbClr>
          </a:solidFill>
          <a:ln w="9525">
            <a:noFill/>
          </a:ln>
        </p:spPr>
        <p:txBody>
          <a:bodyPr/>
          <a:lstStyle/>
          <a:p>
            <a:endParaRPr lang="en-US"/>
          </a:p>
        </p:txBody>
      </p:sp>
      <p:pic>
        <p:nvPicPr>
          <p:cNvPr id="2053" name="bg object 19"/>
          <p:cNvPicPr>
            <a:picLocks noChangeAspect="1"/>
          </p:cNvPicPr>
          <p:nvPr/>
        </p:nvPicPr>
        <p:blipFill>
          <a:blip r:embed="rId2"/>
          <a:stretch>
            <a:fillRect/>
          </a:stretch>
        </p:blipFill>
        <p:spPr>
          <a:xfrm>
            <a:off x="11506200" y="5956300"/>
            <a:ext cx="685800" cy="681038"/>
          </a:xfrm>
          <a:prstGeom prst="rect">
            <a:avLst/>
          </a:prstGeom>
          <a:noFill/>
          <a:ln w="9525">
            <a:noFill/>
          </a:ln>
        </p:spPr>
      </p:pic>
      <p:sp>
        <p:nvSpPr>
          <p:cNvPr id="2054" name="bg object 20"/>
          <p:cNvSpPr/>
          <p:nvPr/>
        </p:nvSpPr>
        <p:spPr>
          <a:xfrm>
            <a:off x="0" y="6642100"/>
            <a:ext cx="933450" cy="215900"/>
          </a:xfrm>
          <a:custGeom>
            <a:avLst/>
            <a:gdLst/>
            <a:ahLst/>
            <a:cxnLst>
              <a:cxn ang="0">
                <a:pos x="934084" y="217179"/>
              </a:cxn>
              <a:cxn ang="0">
                <a:pos x="0" y="217179"/>
              </a:cxn>
              <a:cxn ang="0">
                <a:pos x="0" y="0"/>
              </a:cxn>
              <a:cxn ang="0">
                <a:pos x="934084" y="0"/>
              </a:cxn>
              <a:cxn ang="0">
                <a:pos x="934084" y="217179"/>
              </a:cxn>
            </a:cxnLst>
            <a:rect l="0" t="0" r="0" b="0"/>
            <a:pathLst>
              <a:path w="932815" h="214629">
                <a:moveTo>
                  <a:pt x="932814" y="214629"/>
                </a:moveTo>
                <a:lnTo>
                  <a:pt x="0" y="214629"/>
                </a:lnTo>
                <a:lnTo>
                  <a:pt x="0" y="0"/>
                </a:lnTo>
                <a:lnTo>
                  <a:pt x="932814" y="0"/>
                </a:lnTo>
                <a:lnTo>
                  <a:pt x="932814" y="214629"/>
                </a:lnTo>
                <a:close/>
              </a:path>
            </a:pathLst>
          </a:custGeom>
          <a:solidFill>
            <a:srgbClr val="C55A11">
              <a:alpha val="100000"/>
            </a:srgbClr>
          </a:solidFill>
          <a:ln w="9525">
            <a:noFill/>
          </a:ln>
        </p:spPr>
        <p:txBody>
          <a:bodyPr/>
          <a:lstStyle/>
          <a:p>
            <a:endParaRPr lang="en-US"/>
          </a:p>
        </p:txBody>
      </p:sp>
      <p:sp>
        <p:nvSpPr>
          <p:cNvPr id="2055" name="bg object 21"/>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2" name="Holder 2"/>
          <p:cNvSpPr>
            <a:spLocks noGrp="1"/>
          </p:cNvSpPr>
          <p:nvPr>
            <p:ph type="title"/>
          </p:nvPr>
        </p:nvSpPr>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a:lstStyle>
            <a:lvl1pPr>
              <a:defRPr sz="2800" b="0" i="0">
                <a:solidFill>
                  <a:schemeClr val="tx1"/>
                </a:solidFill>
                <a:latin typeface="Times New Roman" panose="02020603050405020304"/>
                <a:cs typeface="Times New Roman" panose="02020603050405020304"/>
              </a:defRPr>
            </a:lvl1pPr>
          </a:lstStyle>
          <a:p>
            <a:endParaRPr/>
          </a:p>
        </p:txBody>
      </p:sp>
      <p:sp>
        <p:nvSpPr>
          <p:cNvPr id="18" name="Holder 4"/>
          <p:cNvSpPr>
            <a:spLocks noGrp="1"/>
          </p:cNvSpPr>
          <p:nvPr>
            <p:ph type="ftr" sz="quarter" idx="3"/>
          </p:nvPr>
        </p:nvSpPr>
        <p:spPr>
          <a:xfrm>
            <a:off x="149225" y="6629400"/>
            <a:ext cx="635000"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19" name="Holder 5"/>
          <p:cNvSpPr>
            <a:spLocks noGrp="1"/>
          </p:cNvSpPr>
          <p:nvPr>
            <p:ph type="dt" sz="half" idx="2"/>
          </p:nvPr>
        </p:nvSpPr>
        <p:spPr>
          <a:xfrm>
            <a:off x="1773238" y="6629400"/>
            <a:ext cx="3662363"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20" name="Holder 6"/>
          <p:cNvSpPr>
            <a:spLocks noGrp="1"/>
          </p:cNvSpPr>
          <p:nvPr>
            <p:ph type="sldNum" sz="quarter" idx="4"/>
          </p:nvPr>
        </p:nvSpPr>
        <p:spPr>
          <a:xfrm>
            <a:off x="11793538" y="6629400"/>
            <a:ext cx="228600" cy="250825"/>
          </a:xfrm>
          <a:prstGeom prst="rect">
            <a:avLst/>
          </a:prstGeom>
        </p:spPr>
        <p:txBody>
          <a:bodyPr wrap="square" lIns="0" tIns="0" rIns="0" bIns="0">
            <a:spAutoFit/>
          </a:bodyPr>
          <a:lstStyle>
            <a:lvl1pPr>
              <a:defRPr sz="1600" b="1" i="0">
                <a:solidFill>
                  <a:srgbClr val="002060"/>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fld id="{5A22DA06-3D3F-4FF3-A623-B1EF8BB22DFD}"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a:lstStyle>
            <a:lvl1pPr>
              <a:defRPr/>
            </a:lvl1pPr>
          </a:lstStyle>
          <a:p>
            <a:endParaRPr/>
          </a:p>
        </p:txBody>
      </p:sp>
      <p:sp>
        <p:nvSpPr>
          <p:cNvPr id="5" name="Footer Placeholder 4"/>
          <p:cNvSpPr>
            <a:spLocks noGrp="1"/>
          </p:cNvSpPr>
          <p:nvPr>
            <p:ph type="ftr" sz="quarter" idx="10"/>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6" name="Date Placeholder 5"/>
          <p:cNvSpPr>
            <a:spLocks noGrp="1"/>
          </p:cNvSpPr>
          <p:nvPr>
            <p:ph type="dt" sz="half" idx="11"/>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7" name="Slide Number Placeholder 6"/>
          <p:cNvSpPr>
            <a:spLocks noGrp="1"/>
          </p:cNvSpPr>
          <p:nvPr>
            <p:ph type="sldNum" sz="quarter" idx="12"/>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4400" b="0" i="0">
                <a:solidFill>
                  <a:schemeClr val="bg1"/>
                </a:solidFill>
                <a:latin typeface="Times New Roman" panose="02020603050405020304"/>
                <a:cs typeface="Times New Roman" panose="02020603050405020304"/>
              </a:defRPr>
            </a:lvl1pPr>
          </a:lstStyle>
          <a:p>
            <a:endParaRPr/>
          </a:p>
        </p:txBody>
      </p:sp>
      <p:sp>
        <p:nvSpPr>
          <p:cNvPr id="3" name="Footer Placeholder 2"/>
          <p:cNvSpPr>
            <a:spLocks noGrp="1"/>
          </p:cNvSpPr>
          <p:nvPr>
            <p:ph type="ftr" sz="quarter" idx="10"/>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4" name="Date Placeholder 3"/>
          <p:cNvSpPr>
            <a:spLocks noGrp="1"/>
          </p:cNvSpPr>
          <p:nvPr>
            <p:ph type="dt" sz="half" idx="11"/>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5" name="Slide Number Placeholder 4"/>
          <p:cNvSpPr>
            <a:spLocks noGrp="1"/>
          </p:cNvSpPr>
          <p:nvPr>
            <p:ph type="sldNum" sz="quarter" idx="12"/>
          </p:nvPr>
        </p:nvSpPr>
        <p:spPr/>
        <p:txBody>
          <a:body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3074" name="bg object 16"/>
          <p:cNvSpPr/>
          <p:nvPr/>
        </p:nvSpPr>
        <p:spPr>
          <a:xfrm>
            <a:off x="933450" y="6642100"/>
            <a:ext cx="5497513" cy="215900"/>
          </a:xfrm>
          <a:custGeom>
            <a:avLst/>
            <a:gdLst/>
            <a:ahLst/>
            <a:cxnLst>
              <a:cxn ang="0">
                <a:pos x="0" y="216189"/>
              </a:cxn>
              <a:cxn ang="0">
                <a:pos x="5496320" y="216189"/>
              </a:cxn>
              <a:cxn ang="0">
                <a:pos x="5496320" y="0"/>
              </a:cxn>
              <a:cxn ang="0">
                <a:pos x="0" y="0"/>
              </a:cxn>
              <a:cxn ang="0">
                <a:pos x="0" y="216189"/>
              </a:cxn>
            </a:cxnLst>
            <a:rect l="0" t="0" r="0" b="0"/>
            <a:pathLst>
              <a:path w="5498465" h="215265">
                <a:moveTo>
                  <a:pt x="0" y="214919"/>
                </a:moveTo>
                <a:lnTo>
                  <a:pt x="5498224" y="214919"/>
                </a:lnTo>
                <a:lnTo>
                  <a:pt x="5498224" y="0"/>
                </a:lnTo>
                <a:lnTo>
                  <a:pt x="0" y="0"/>
                </a:lnTo>
                <a:lnTo>
                  <a:pt x="0" y="214919"/>
                </a:lnTo>
                <a:close/>
              </a:path>
            </a:pathLst>
          </a:custGeom>
          <a:solidFill>
            <a:srgbClr val="002060">
              <a:alpha val="100000"/>
            </a:srgbClr>
          </a:solidFill>
          <a:ln w="9525">
            <a:noFill/>
          </a:ln>
        </p:spPr>
        <p:txBody>
          <a:bodyPr/>
          <a:lstStyle/>
          <a:p>
            <a:endParaRPr lang="en-US"/>
          </a:p>
        </p:txBody>
      </p:sp>
      <p:sp>
        <p:nvSpPr>
          <p:cNvPr id="3075" name="bg object 17"/>
          <p:cNvSpPr/>
          <p:nvPr/>
        </p:nvSpPr>
        <p:spPr>
          <a:xfrm>
            <a:off x="6430963" y="6642100"/>
            <a:ext cx="5192712" cy="215900"/>
          </a:xfrm>
          <a:custGeom>
            <a:avLst/>
            <a:gdLst/>
            <a:ahLst/>
            <a:cxnLst>
              <a:cxn ang="0">
                <a:pos x="0" y="215639"/>
              </a:cxn>
              <a:cxn ang="0">
                <a:pos x="5193545" y="215639"/>
              </a:cxn>
              <a:cxn ang="0">
                <a:pos x="5193545" y="0"/>
              </a:cxn>
              <a:cxn ang="0">
                <a:pos x="0" y="0"/>
              </a:cxn>
              <a:cxn ang="0">
                <a:pos x="0" y="215639"/>
              </a:cxn>
            </a:cxnLst>
            <a:rect l="0" t="0" r="0" b="0"/>
            <a:pathLst>
              <a:path w="5191759" h="215900">
                <a:moveTo>
                  <a:pt x="0" y="215639"/>
                </a:moveTo>
                <a:lnTo>
                  <a:pt x="5191639" y="215639"/>
                </a:lnTo>
                <a:lnTo>
                  <a:pt x="5191639" y="0"/>
                </a:lnTo>
                <a:lnTo>
                  <a:pt x="0" y="0"/>
                </a:lnTo>
                <a:lnTo>
                  <a:pt x="0" y="215639"/>
                </a:lnTo>
                <a:close/>
              </a:path>
            </a:pathLst>
          </a:custGeom>
          <a:solidFill>
            <a:srgbClr val="008080">
              <a:alpha val="100000"/>
            </a:srgbClr>
          </a:solidFill>
          <a:ln w="9525">
            <a:noFill/>
          </a:ln>
        </p:spPr>
        <p:txBody>
          <a:bodyPr/>
          <a:lstStyle/>
          <a:p>
            <a:endParaRPr lang="en-US"/>
          </a:p>
        </p:txBody>
      </p:sp>
      <p:sp>
        <p:nvSpPr>
          <p:cNvPr id="3076" name="bg object 18"/>
          <p:cNvSpPr/>
          <p:nvPr/>
        </p:nvSpPr>
        <p:spPr>
          <a:xfrm>
            <a:off x="11623675" y="6642100"/>
            <a:ext cx="568325" cy="215900"/>
          </a:xfrm>
          <a:custGeom>
            <a:avLst/>
            <a:gdLst/>
            <a:ahLst/>
            <a:cxnLst>
              <a:cxn ang="0">
                <a:pos x="567692" y="215899"/>
              </a:cxn>
              <a:cxn ang="0">
                <a:pos x="0" y="215899"/>
              </a:cxn>
              <a:cxn ang="0">
                <a:pos x="0" y="0"/>
              </a:cxn>
              <a:cxn ang="0">
                <a:pos x="567692" y="0"/>
              </a:cxn>
              <a:cxn ang="0">
                <a:pos x="567692" y="215899"/>
              </a:cxn>
            </a:cxnLst>
            <a:rect l="0" t="0" r="0" b="0"/>
            <a:pathLst>
              <a:path w="568959" h="215900">
                <a:moveTo>
                  <a:pt x="568959" y="215899"/>
                </a:moveTo>
                <a:lnTo>
                  <a:pt x="0" y="215899"/>
                </a:lnTo>
                <a:lnTo>
                  <a:pt x="0" y="0"/>
                </a:lnTo>
                <a:lnTo>
                  <a:pt x="568959" y="0"/>
                </a:lnTo>
                <a:lnTo>
                  <a:pt x="568959" y="215899"/>
                </a:lnTo>
                <a:close/>
              </a:path>
            </a:pathLst>
          </a:custGeom>
          <a:solidFill>
            <a:srgbClr val="FFC000">
              <a:alpha val="100000"/>
            </a:srgbClr>
          </a:solidFill>
          <a:ln w="9525">
            <a:noFill/>
          </a:ln>
        </p:spPr>
        <p:txBody>
          <a:bodyPr/>
          <a:lstStyle/>
          <a:p>
            <a:endParaRPr lang="en-US"/>
          </a:p>
        </p:txBody>
      </p:sp>
      <p:pic>
        <p:nvPicPr>
          <p:cNvPr id="3077" name="bg object 19"/>
          <p:cNvPicPr>
            <a:picLocks noChangeAspect="1"/>
          </p:cNvPicPr>
          <p:nvPr/>
        </p:nvPicPr>
        <p:blipFill>
          <a:blip r:embed="rId2"/>
          <a:stretch>
            <a:fillRect/>
          </a:stretch>
        </p:blipFill>
        <p:spPr>
          <a:xfrm>
            <a:off x="11506200" y="5956300"/>
            <a:ext cx="685800" cy="681038"/>
          </a:xfrm>
          <a:prstGeom prst="rect">
            <a:avLst/>
          </a:prstGeom>
          <a:noFill/>
          <a:ln w="9525">
            <a:noFill/>
          </a:ln>
        </p:spPr>
      </p:pic>
      <p:sp>
        <p:nvSpPr>
          <p:cNvPr id="3078" name="bg object 20"/>
          <p:cNvSpPr/>
          <p:nvPr/>
        </p:nvSpPr>
        <p:spPr>
          <a:xfrm>
            <a:off x="0" y="6642100"/>
            <a:ext cx="933450" cy="215900"/>
          </a:xfrm>
          <a:custGeom>
            <a:avLst/>
            <a:gdLst/>
            <a:ahLst/>
            <a:cxnLst>
              <a:cxn ang="0">
                <a:pos x="934084" y="217179"/>
              </a:cxn>
              <a:cxn ang="0">
                <a:pos x="0" y="217179"/>
              </a:cxn>
              <a:cxn ang="0">
                <a:pos x="0" y="0"/>
              </a:cxn>
              <a:cxn ang="0">
                <a:pos x="934084" y="0"/>
              </a:cxn>
              <a:cxn ang="0">
                <a:pos x="934084" y="217179"/>
              </a:cxn>
            </a:cxnLst>
            <a:rect l="0" t="0" r="0" b="0"/>
            <a:pathLst>
              <a:path w="932815" h="214629">
                <a:moveTo>
                  <a:pt x="932814" y="214629"/>
                </a:moveTo>
                <a:lnTo>
                  <a:pt x="0" y="214629"/>
                </a:lnTo>
                <a:lnTo>
                  <a:pt x="0" y="0"/>
                </a:lnTo>
                <a:lnTo>
                  <a:pt x="932814" y="0"/>
                </a:lnTo>
                <a:lnTo>
                  <a:pt x="932814" y="214629"/>
                </a:lnTo>
                <a:close/>
              </a:path>
            </a:pathLst>
          </a:custGeom>
          <a:solidFill>
            <a:srgbClr val="C55A11">
              <a:alpha val="100000"/>
            </a:srgbClr>
          </a:solidFill>
          <a:ln w="9525">
            <a:noFill/>
          </a:ln>
        </p:spPr>
        <p:txBody>
          <a:bodyPr/>
          <a:lstStyle/>
          <a:p>
            <a:endParaRPr lang="en-US"/>
          </a:p>
        </p:txBody>
      </p:sp>
      <p:sp>
        <p:nvSpPr>
          <p:cNvPr id="3079" name="bg object 21"/>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18" name="Holder 2"/>
          <p:cNvSpPr>
            <a:spLocks noGrp="1"/>
          </p:cNvSpPr>
          <p:nvPr>
            <p:ph type="ftr" sz="quarter" idx="3"/>
          </p:nvPr>
        </p:nvSpPr>
        <p:spPr>
          <a:xfrm>
            <a:off x="149225" y="6629400"/>
            <a:ext cx="635000"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19" name="Holder 3"/>
          <p:cNvSpPr>
            <a:spLocks noGrp="1"/>
          </p:cNvSpPr>
          <p:nvPr>
            <p:ph type="dt" sz="half" idx="2"/>
          </p:nvPr>
        </p:nvSpPr>
        <p:spPr>
          <a:xfrm>
            <a:off x="1773238" y="6629400"/>
            <a:ext cx="3662363" cy="250825"/>
          </a:xfrm>
          <a:prstGeom prst="rect">
            <a:avLst/>
          </a:prstGeom>
        </p:spPr>
        <p:txBody>
          <a:bodyPr wrap="square" lIns="0" tIns="0" rIns="0" bIns="0">
            <a:spAutoFit/>
          </a:bodyPr>
          <a:lstStyle>
            <a:lvl1pPr>
              <a:defRPr sz="1600" b="0" i="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20" name="Holder 4"/>
          <p:cNvSpPr>
            <a:spLocks noGrp="1"/>
          </p:cNvSpPr>
          <p:nvPr>
            <p:ph type="sldNum" sz="quarter" idx="4"/>
          </p:nvPr>
        </p:nvSpPr>
        <p:spPr>
          <a:xfrm>
            <a:off x="11793538" y="6629400"/>
            <a:ext cx="228600" cy="250825"/>
          </a:xfrm>
          <a:prstGeom prst="rect">
            <a:avLst/>
          </a:prstGeom>
        </p:spPr>
        <p:txBody>
          <a:bodyPr wrap="square" lIns="0" tIns="0" rIns="0" bIns="0">
            <a:spAutoFit/>
          </a:bodyPr>
          <a:lstStyle>
            <a:lvl1pPr>
              <a:defRPr sz="1600" b="1" i="0">
                <a:solidFill>
                  <a:srgbClr val="002060"/>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fld id="{5D07E84F-3EC1-4B76-8752-AC3007DD468D}"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bg object 16"/>
          <p:cNvSpPr/>
          <p:nvPr/>
        </p:nvSpPr>
        <p:spPr>
          <a:xfrm>
            <a:off x="933450" y="6642100"/>
            <a:ext cx="5497513" cy="215900"/>
          </a:xfrm>
          <a:custGeom>
            <a:avLst/>
            <a:gdLst/>
            <a:ahLst/>
            <a:cxnLst>
              <a:cxn ang="0">
                <a:pos x="0" y="216189"/>
              </a:cxn>
              <a:cxn ang="0">
                <a:pos x="5496320" y="216189"/>
              </a:cxn>
              <a:cxn ang="0">
                <a:pos x="5496320" y="0"/>
              </a:cxn>
              <a:cxn ang="0">
                <a:pos x="0" y="0"/>
              </a:cxn>
              <a:cxn ang="0">
                <a:pos x="0" y="216189"/>
              </a:cxn>
            </a:cxnLst>
            <a:rect l="0" t="0" r="0" b="0"/>
            <a:pathLst>
              <a:path w="5498465" h="215265">
                <a:moveTo>
                  <a:pt x="0" y="214919"/>
                </a:moveTo>
                <a:lnTo>
                  <a:pt x="5498224" y="214919"/>
                </a:lnTo>
                <a:lnTo>
                  <a:pt x="5498224" y="0"/>
                </a:lnTo>
                <a:lnTo>
                  <a:pt x="0" y="0"/>
                </a:lnTo>
                <a:lnTo>
                  <a:pt x="0" y="214919"/>
                </a:lnTo>
                <a:close/>
              </a:path>
            </a:pathLst>
          </a:custGeom>
          <a:solidFill>
            <a:srgbClr val="002060">
              <a:alpha val="100000"/>
            </a:srgbClr>
          </a:solidFill>
          <a:ln w="9525">
            <a:noFill/>
          </a:ln>
        </p:spPr>
        <p:txBody>
          <a:bodyPr/>
          <a:lstStyle/>
          <a:p>
            <a:endParaRPr lang="en-US"/>
          </a:p>
        </p:txBody>
      </p:sp>
      <p:sp>
        <p:nvSpPr>
          <p:cNvPr id="1027" name="bg object 17"/>
          <p:cNvSpPr/>
          <p:nvPr/>
        </p:nvSpPr>
        <p:spPr>
          <a:xfrm>
            <a:off x="6430963" y="6642100"/>
            <a:ext cx="5192712" cy="215900"/>
          </a:xfrm>
          <a:custGeom>
            <a:avLst/>
            <a:gdLst/>
            <a:ahLst/>
            <a:cxnLst>
              <a:cxn ang="0">
                <a:pos x="0" y="215639"/>
              </a:cxn>
              <a:cxn ang="0">
                <a:pos x="5193545" y="215639"/>
              </a:cxn>
              <a:cxn ang="0">
                <a:pos x="5193545" y="0"/>
              </a:cxn>
              <a:cxn ang="0">
                <a:pos x="0" y="0"/>
              </a:cxn>
              <a:cxn ang="0">
                <a:pos x="0" y="215639"/>
              </a:cxn>
            </a:cxnLst>
            <a:rect l="0" t="0" r="0" b="0"/>
            <a:pathLst>
              <a:path w="5191759" h="215900">
                <a:moveTo>
                  <a:pt x="0" y="215639"/>
                </a:moveTo>
                <a:lnTo>
                  <a:pt x="5191639" y="215639"/>
                </a:lnTo>
                <a:lnTo>
                  <a:pt x="5191639" y="0"/>
                </a:lnTo>
                <a:lnTo>
                  <a:pt x="0" y="0"/>
                </a:lnTo>
                <a:lnTo>
                  <a:pt x="0" y="215639"/>
                </a:lnTo>
                <a:close/>
              </a:path>
            </a:pathLst>
          </a:custGeom>
          <a:solidFill>
            <a:srgbClr val="008080">
              <a:alpha val="100000"/>
            </a:srgbClr>
          </a:solidFill>
          <a:ln w="9525">
            <a:noFill/>
          </a:ln>
        </p:spPr>
        <p:txBody>
          <a:bodyPr/>
          <a:lstStyle/>
          <a:p>
            <a:endParaRPr lang="en-US"/>
          </a:p>
        </p:txBody>
      </p:sp>
      <p:sp>
        <p:nvSpPr>
          <p:cNvPr id="1028" name="bg object 18"/>
          <p:cNvSpPr/>
          <p:nvPr/>
        </p:nvSpPr>
        <p:spPr>
          <a:xfrm>
            <a:off x="11623675" y="6642100"/>
            <a:ext cx="568325" cy="215900"/>
          </a:xfrm>
          <a:custGeom>
            <a:avLst/>
            <a:gdLst/>
            <a:ahLst/>
            <a:cxnLst>
              <a:cxn ang="0">
                <a:pos x="567692" y="215899"/>
              </a:cxn>
              <a:cxn ang="0">
                <a:pos x="0" y="215899"/>
              </a:cxn>
              <a:cxn ang="0">
                <a:pos x="0" y="0"/>
              </a:cxn>
              <a:cxn ang="0">
                <a:pos x="567692" y="0"/>
              </a:cxn>
              <a:cxn ang="0">
                <a:pos x="567692" y="215899"/>
              </a:cxn>
            </a:cxnLst>
            <a:rect l="0" t="0" r="0" b="0"/>
            <a:pathLst>
              <a:path w="568959" h="215900">
                <a:moveTo>
                  <a:pt x="568959" y="215899"/>
                </a:moveTo>
                <a:lnTo>
                  <a:pt x="0" y="215899"/>
                </a:lnTo>
                <a:lnTo>
                  <a:pt x="0" y="0"/>
                </a:lnTo>
                <a:lnTo>
                  <a:pt x="568959" y="0"/>
                </a:lnTo>
                <a:lnTo>
                  <a:pt x="568959" y="215899"/>
                </a:lnTo>
                <a:close/>
              </a:path>
            </a:pathLst>
          </a:custGeom>
          <a:solidFill>
            <a:srgbClr val="FFC000">
              <a:alpha val="100000"/>
            </a:srgbClr>
          </a:solidFill>
          <a:ln w="9525">
            <a:noFill/>
          </a:ln>
        </p:spPr>
        <p:txBody>
          <a:bodyPr/>
          <a:lstStyle/>
          <a:p>
            <a:endParaRPr lang="en-US"/>
          </a:p>
        </p:txBody>
      </p:sp>
      <p:pic>
        <p:nvPicPr>
          <p:cNvPr id="1029" name="bg object 19"/>
          <p:cNvPicPr>
            <a:picLocks noChangeAspect="1"/>
          </p:cNvPicPr>
          <p:nvPr/>
        </p:nvPicPr>
        <p:blipFill>
          <a:blip r:embed="rId7"/>
          <a:stretch>
            <a:fillRect/>
          </a:stretch>
        </p:blipFill>
        <p:spPr>
          <a:xfrm>
            <a:off x="11506200" y="5956300"/>
            <a:ext cx="685800" cy="681038"/>
          </a:xfrm>
          <a:prstGeom prst="rect">
            <a:avLst/>
          </a:prstGeom>
          <a:noFill/>
          <a:ln w="9525">
            <a:noFill/>
          </a:ln>
        </p:spPr>
      </p:pic>
      <p:sp>
        <p:nvSpPr>
          <p:cNvPr id="1030" name="bg object 20"/>
          <p:cNvSpPr/>
          <p:nvPr/>
        </p:nvSpPr>
        <p:spPr>
          <a:xfrm>
            <a:off x="0" y="6642100"/>
            <a:ext cx="933450" cy="215900"/>
          </a:xfrm>
          <a:custGeom>
            <a:avLst/>
            <a:gdLst/>
            <a:ahLst/>
            <a:cxnLst>
              <a:cxn ang="0">
                <a:pos x="934084" y="217179"/>
              </a:cxn>
              <a:cxn ang="0">
                <a:pos x="0" y="217179"/>
              </a:cxn>
              <a:cxn ang="0">
                <a:pos x="0" y="0"/>
              </a:cxn>
              <a:cxn ang="0">
                <a:pos x="934084" y="0"/>
              </a:cxn>
              <a:cxn ang="0">
                <a:pos x="934084" y="217179"/>
              </a:cxn>
            </a:cxnLst>
            <a:rect l="0" t="0" r="0" b="0"/>
            <a:pathLst>
              <a:path w="932815" h="214629">
                <a:moveTo>
                  <a:pt x="932814" y="214629"/>
                </a:moveTo>
                <a:lnTo>
                  <a:pt x="0" y="214629"/>
                </a:lnTo>
                <a:lnTo>
                  <a:pt x="0" y="0"/>
                </a:lnTo>
                <a:lnTo>
                  <a:pt x="932814" y="0"/>
                </a:lnTo>
                <a:lnTo>
                  <a:pt x="932814" y="214629"/>
                </a:lnTo>
                <a:close/>
              </a:path>
            </a:pathLst>
          </a:custGeom>
          <a:solidFill>
            <a:srgbClr val="C55A11">
              <a:alpha val="100000"/>
            </a:srgbClr>
          </a:solidFill>
          <a:ln w="9525">
            <a:noFill/>
          </a:ln>
        </p:spPr>
        <p:txBody>
          <a:bodyPr/>
          <a:lstStyle/>
          <a:p>
            <a:endParaRPr lang="en-US"/>
          </a:p>
        </p:txBody>
      </p:sp>
      <p:sp>
        <p:nvSpPr>
          <p:cNvPr id="1031" name="Holder 2"/>
          <p:cNvSpPr>
            <a:spLocks noGrp="1"/>
          </p:cNvSpPr>
          <p:nvPr>
            <p:ph type="title"/>
          </p:nvPr>
        </p:nvSpPr>
        <p:spPr>
          <a:xfrm>
            <a:off x="73025" y="182563"/>
            <a:ext cx="4738688" cy="695325"/>
          </a:xfrm>
          <a:prstGeom prst="rect">
            <a:avLst/>
          </a:prstGeom>
          <a:noFill/>
          <a:ln w="9525">
            <a:noFill/>
          </a:ln>
        </p:spPr>
        <p:txBody>
          <a:bodyPr lIns="0" tIns="0" rIns="0" bIns="0">
            <a:spAutoFit/>
          </a:bodyPr>
          <a:lstStyle/>
          <a:p>
            <a:pPr lvl="0"/>
            <a:endParaRPr lang="en-US" altLang="en-US" dirty="0"/>
          </a:p>
        </p:txBody>
      </p:sp>
      <p:sp>
        <p:nvSpPr>
          <p:cNvPr id="1032" name="Holder 3"/>
          <p:cNvSpPr>
            <a:spLocks noGrp="1"/>
          </p:cNvSpPr>
          <p:nvPr>
            <p:ph type="body" idx="1"/>
          </p:nvPr>
        </p:nvSpPr>
        <p:spPr>
          <a:xfrm>
            <a:off x="236538" y="1074738"/>
            <a:ext cx="11347450" cy="3136900"/>
          </a:xfrm>
          <a:prstGeom prst="rect">
            <a:avLst/>
          </a:prstGeom>
          <a:noFill/>
          <a:ln w="9525">
            <a:noFill/>
          </a:ln>
        </p:spPr>
        <p:txBody>
          <a:bodyPr lIns="0" tIns="0" rIns="0" bIns="0">
            <a:spAutoFit/>
          </a:bodyPr>
          <a:lstStyle/>
          <a:p>
            <a:pPr lvl="0"/>
            <a:endParaRPr lang="en-US" altLang="en-US" dirty="0"/>
          </a:p>
        </p:txBody>
      </p:sp>
      <p:sp>
        <p:nvSpPr>
          <p:cNvPr id="4" name="Holder 4"/>
          <p:cNvSpPr>
            <a:spLocks noGrp="1"/>
          </p:cNvSpPr>
          <p:nvPr>
            <p:ph type="ftr" sz="quarter" idx="5"/>
          </p:nvPr>
        </p:nvSpPr>
        <p:spPr>
          <a:xfrm>
            <a:off x="149225" y="6629400"/>
            <a:ext cx="635000" cy="250825"/>
          </a:xfrm>
          <a:prstGeom prst="rect">
            <a:avLst/>
          </a:prstGeom>
        </p:spPr>
        <p:txBody>
          <a:bodyPr wrap="square" lIns="0" tIns="0" rIns="0" bIns="0">
            <a:spAutoFit/>
          </a:bodyPr>
          <a:lstStyle>
            <a:lvl1pPr marL="12700" eaLnBrk="1" fontAlgn="auto" hangingPunct="1">
              <a:lnSpc>
                <a:spcPts val="1845"/>
              </a:lnSpc>
              <a:spcBef>
                <a:spcPts val="0"/>
              </a:spcBef>
              <a:spcAft>
                <a:spcPts val="0"/>
              </a:spcAft>
              <a:defRPr sz="1600" b="0" i="0" kern="0">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a:t>
            </a:r>
            <a:r>
              <a:rPr kumimoji="0" sz="1600" b="0" i="0" u="none" strike="noStrike" kern="0" cap="none"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0" normalizeH="0" baseline="0" noProof="0">
                <a:ln>
                  <a:noFill/>
                </a:ln>
                <a:solidFill>
                  <a:schemeClr val="bg1"/>
                </a:solidFill>
                <a:effectLst/>
                <a:uLnTx/>
                <a:uFillTx/>
                <a:latin typeface="Times New Roman" panose="02020603050405020304"/>
                <a:ea typeface="+mn-ea"/>
                <a:cs typeface="Times New Roman" panose="02020603050405020304"/>
              </a:rPr>
              <a:t>-</a:t>
            </a:r>
            <a:r>
              <a:rPr kumimoji="0" sz="1600" b="0" i="0" u="none" strike="noStrike" kern="0" cap="none" spc="-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none" spc="-25" normalizeH="0" baseline="0" noProof="0">
                <a:ln>
                  <a:noFill/>
                </a:ln>
                <a:solidFill>
                  <a:schemeClr val="bg1"/>
                </a:solidFill>
                <a:effectLst/>
                <a:uLnTx/>
                <a:uFillTx/>
                <a:latin typeface="Times New Roman" panose="02020603050405020304"/>
                <a:ea typeface="+mn-ea"/>
                <a:cs typeface="Times New Roman" panose="02020603050405020304"/>
              </a:rPr>
              <a:t>XX</a:t>
            </a:r>
            <a:endParaRPr kumimoji="0" sz="1600" b="0" i="0" u="none" strike="noStrike" kern="0" cap="none" spc="-25"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5" name="Holder 5"/>
          <p:cNvSpPr>
            <a:spLocks noGrp="1"/>
          </p:cNvSpPr>
          <p:nvPr>
            <p:ph type="dt" sz="half" idx="6"/>
          </p:nvPr>
        </p:nvSpPr>
        <p:spPr>
          <a:xfrm>
            <a:off x="1773238" y="6629400"/>
            <a:ext cx="3662363" cy="250825"/>
          </a:xfrm>
          <a:prstGeom prst="rect">
            <a:avLst/>
          </a:prstGeom>
        </p:spPr>
        <p:txBody>
          <a:bodyPr wrap="square" lIns="0" tIns="0" rIns="0" bIns="0">
            <a:spAutoFit/>
          </a:bodyPr>
          <a:lstStyle>
            <a:lvl1pPr marL="12700" eaLnBrk="1" fontAlgn="auto" hangingPunct="1">
              <a:lnSpc>
                <a:spcPts val="1845"/>
              </a:lnSpc>
              <a:spcBef>
                <a:spcPts val="0"/>
              </a:spcBef>
              <a:spcAft>
                <a:spcPts val="0"/>
              </a:spcAft>
              <a:defRPr sz="1600" b="0" i="0" kern="0" cap="small" spc="-75">
                <a:solidFill>
                  <a:schemeClr val="bg1"/>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a:ln>
                  <a:noFill/>
                </a:ln>
                <a:solidFill>
                  <a:schemeClr val="bg1"/>
                </a:solidFill>
                <a:effectLst/>
                <a:uLnTx/>
                <a:uFillTx/>
                <a:latin typeface="Times New Roman" panose="02020603050405020304"/>
                <a:ea typeface="+mn-ea"/>
                <a:cs typeface="Times New Roman" panose="02020603050405020304"/>
              </a:rPr>
              <a:t>Engineering</a:t>
            </a:r>
            <a:endPar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endParaRPr>
          </a:p>
        </p:txBody>
      </p:sp>
      <p:sp>
        <p:nvSpPr>
          <p:cNvPr id="6" name="Holder 6"/>
          <p:cNvSpPr>
            <a:spLocks noGrp="1"/>
          </p:cNvSpPr>
          <p:nvPr>
            <p:ph type="sldNum" sz="quarter" idx="7"/>
          </p:nvPr>
        </p:nvSpPr>
        <p:spPr>
          <a:xfrm>
            <a:off x="11793538" y="6629400"/>
            <a:ext cx="228600" cy="250825"/>
          </a:xfrm>
          <a:prstGeom prst="rect">
            <a:avLst/>
          </a:prstGeom>
        </p:spPr>
        <p:txBody>
          <a:bodyPr wrap="square" lIns="0" tIns="0" rIns="0" bIns="0">
            <a:spAutoFit/>
          </a:bodyPr>
          <a:lstStyle>
            <a:lvl1pPr marL="12700" eaLnBrk="1" fontAlgn="auto" hangingPunct="1">
              <a:lnSpc>
                <a:spcPts val="1845"/>
              </a:lnSpc>
              <a:spcBef>
                <a:spcPts val="0"/>
              </a:spcBef>
              <a:spcAft>
                <a:spcPts val="0"/>
              </a:spcAft>
              <a:defRPr sz="1600" b="1" i="0" kern="0" spc="-25">
                <a:solidFill>
                  <a:srgbClr val="002060"/>
                </a:solidFill>
                <a:latin typeface="Times New Roman" panose="02020603050405020304"/>
                <a:cs typeface="Times New Roman" panose="02020603050405020304"/>
              </a:defRPr>
            </a:lvl1pPr>
          </a:lstStyle>
          <a:p>
            <a:pPr marL="12700" marR="0" lvl="0" indent="0" algn="l" defTabSz="914400" rtl="0" eaLnBrk="1" fontAlgn="auto" latinLnBrk="0" hangingPunct="1">
              <a:lnSpc>
                <a:spcPts val="1845"/>
              </a:lnSpc>
              <a:spcBef>
                <a:spcPts val="0"/>
              </a:spcBef>
              <a:spcAft>
                <a:spcPts val="0"/>
              </a:spcAft>
              <a:buClrTx/>
              <a:buSzTx/>
              <a:buFontTx/>
              <a:buNone/>
              <a:defRPr/>
            </a:pPr>
            <a:fld id="{24931228-7F29-4167-A6B9-FE5DDC422CA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457200" algn="ctr" rtl="0" eaLnBrk="0" fontAlgn="base" hangingPunct="0">
        <a:spcBef>
          <a:spcPct val="0"/>
        </a:spcBef>
        <a:spcAft>
          <a:spcPct val="0"/>
        </a:spcAft>
        <a:defRPr>
          <a:solidFill>
            <a:schemeClr val="tx2"/>
          </a:solidFill>
          <a:latin typeface="Calibri" panose="020F0502020204030204" pitchFamily="34" charset="0"/>
        </a:defRPr>
      </a:lvl6pPr>
      <a:lvl7pPr marL="914400" algn="ctr" rtl="0" eaLnBrk="0" fontAlgn="base" hangingPunct="0">
        <a:spcBef>
          <a:spcPct val="0"/>
        </a:spcBef>
        <a:spcAft>
          <a:spcPct val="0"/>
        </a:spcAft>
        <a:defRPr>
          <a:solidFill>
            <a:schemeClr val="tx2"/>
          </a:solidFill>
          <a:latin typeface="Calibri" panose="020F0502020204030204" pitchFamily="34" charset="0"/>
        </a:defRPr>
      </a:lvl7pPr>
      <a:lvl8pPr marL="1371600" algn="ctr" rtl="0" eaLnBrk="0" fontAlgn="base" hangingPunct="0">
        <a:spcBef>
          <a:spcPct val="0"/>
        </a:spcBef>
        <a:spcAft>
          <a:spcPct val="0"/>
        </a:spcAft>
        <a:defRPr>
          <a:solidFill>
            <a:schemeClr val="tx2"/>
          </a:solidFill>
          <a:latin typeface="Calibri" panose="020F0502020204030204" pitchFamily="34" charset="0"/>
        </a:defRPr>
      </a:lvl8pPr>
      <a:lvl9pPr marL="1828800" algn="ctr" rtl="0" eaLnBrk="0" fontAlgn="base" hangingPunct="0">
        <a:spcBef>
          <a:spcPct val="0"/>
        </a:spcBef>
        <a:spcAft>
          <a:spcPct val="0"/>
        </a:spcAft>
        <a:defRPr>
          <a:solidFill>
            <a:schemeClr val="tx2"/>
          </a:solidFill>
          <a:latin typeface="Calibri" panose="020F0502020204030204" pitchFamily="34" charset="0"/>
        </a:defRPr>
      </a:lvl9pPr>
    </p:titleStyle>
    <p:bodyStyle>
      <a:lvl1pPr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Gowri-jinka/CSE-2022-26-BATCH-A19"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146" name="object 2"/>
          <p:cNvGrpSpPr/>
          <p:nvPr/>
        </p:nvGrpSpPr>
        <p:grpSpPr>
          <a:xfrm>
            <a:off x="777875" y="6603032"/>
            <a:ext cx="11414125" cy="252412"/>
            <a:chOff x="777240" y="6603365"/>
            <a:chExt cx="11414760" cy="252055"/>
          </a:xfrm>
        </p:grpSpPr>
        <p:sp>
          <p:nvSpPr>
            <p:cNvPr id="6160" name="object 3"/>
            <p:cNvSpPr/>
            <p:nvPr/>
          </p:nvSpPr>
          <p:spPr>
            <a:xfrm>
              <a:off x="777240" y="6604332"/>
              <a:ext cx="5781675" cy="251087"/>
            </a:xfrm>
            <a:custGeom>
              <a:avLst/>
              <a:gdLst/>
              <a:ahLst/>
              <a:cxnLst>
                <a:cxn ang="0">
                  <a:pos x="5781599" y="220679"/>
                </a:cxn>
                <a:cxn ang="0">
                  <a:pos x="0" y="220679"/>
                </a:cxn>
                <a:cxn ang="0">
                  <a:pos x="0" y="0"/>
                </a:cxn>
                <a:cxn ang="0">
                  <a:pos x="5781599" y="0"/>
                </a:cxn>
                <a:cxn ang="0">
                  <a:pos x="5781599" y="220679"/>
                </a:cxn>
              </a:cxnLst>
              <a:rect l="0" t="0" r="0" b="0"/>
              <a:pathLst>
                <a:path w="5781675" h="220979">
                  <a:moveTo>
                    <a:pt x="5781599" y="220679"/>
                  </a:moveTo>
                  <a:lnTo>
                    <a:pt x="0" y="220679"/>
                  </a:lnTo>
                  <a:lnTo>
                    <a:pt x="0" y="0"/>
                  </a:lnTo>
                  <a:lnTo>
                    <a:pt x="5781599" y="0"/>
                  </a:lnTo>
                  <a:lnTo>
                    <a:pt x="5781599" y="220679"/>
                  </a:lnTo>
                  <a:close/>
                </a:path>
              </a:pathLst>
            </a:custGeom>
            <a:solidFill>
              <a:srgbClr val="002060">
                <a:alpha val="100000"/>
              </a:srgbClr>
            </a:solidFill>
            <a:ln w="9525">
              <a:noFill/>
            </a:ln>
          </p:spPr>
          <p:txBody>
            <a:bodyPr/>
            <a:lstStyle/>
            <a:p>
              <a:r>
                <a:rPr lang="en-US" altLang="zh-CN" dirty="0">
                  <a:solidFill>
                    <a:schemeClr val="bg1"/>
                  </a:solidFill>
                  <a:latin typeface="Times New Roman" panose="02020603050405020304" pitchFamily="18" charset="0"/>
                  <a:cs typeface="Times New Roman" panose="02020603050405020304" pitchFamily="18" charset="0"/>
                </a:rPr>
                <a:t>         </a:t>
              </a:r>
              <a:r>
                <a:rPr lang="en-US" altLang="zh-CN" sz="1600" dirty="0">
                  <a:solidFill>
                    <a:schemeClr val="bg1"/>
                  </a:solidFill>
                  <a:latin typeface="Times New Roman" panose="02020603050405020304" pitchFamily="18" charset="0"/>
                  <a:cs typeface="Times New Roman" panose="02020603050405020304" pitchFamily="18" charset="0"/>
                </a:rPr>
                <a:t>DEPT. OF COMPUTER SCIENCE AND</a:t>
              </a:r>
              <a:r>
                <a:rPr lang="en-US" sz="1600" dirty="0">
                  <a:solidFill>
                    <a:schemeClr val="bg1"/>
                  </a:solidFill>
                  <a:latin typeface="Times New Roman" panose="02020603050405020304" pitchFamily="18" charset="0"/>
                  <a:cs typeface="Times New Roman" panose="02020603050405020304" pitchFamily="18" charset="0"/>
                </a:rPr>
                <a:t> </a:t>
              </a:r>
              <a:r>
                <a:rPr lang="en-US" altLang="zh-CN" sz="1600" dirty="0">
                  <a:solidFill>
                    <a:schemeClr val="bg1"/>
                  </a:solidFill>
                  <a:latin typeface="Times New Roman" panose="02020603050405020304" pitchFamily="18" charset="0"/>
                  <a:cs typeface="Times New Roman" panose="02020603050405020304" pitchFamily="18" charset="0"/>
                </a:rPr>
                <a:t>ENGINEERING</a:t>
              </a:r>
              <a:endParaRPr lang="en-US" altLang="zh-CN" sz="1600" dirty="0">
                <a:solidFill>
                  <a:schemeClr val="bg1"/>
                </a:solidFill>
                <a:latin typeface="Times New Roman" panose="02020603050405020304" pitchFamily="18" charset="0"/>
                <a:ea typeface="Times New Roman" panose="02020603050405020304" pitchFamily="18" charset="0"/>
              </a:endParaRPr>
            </a:p>
            <a:p>
              <a:endParaRPr lang="en-US" dirty="0"/>
            </a:p>
          </p:txBody>
        </p:sp>
        <p:sp>
          <p:nvSpPr>
            <p:cNvPr id="6161" name="object 4"/>
            <p:cNvSpPr/>
            <p:nvPr/>
          </p:nvSpPr>
          <p:spPr>
            <a:xfrm>
              <a:off x="6559199" y="6604322"/>
              <a:ext cx="5194935" cy="251097"/>
            </a:xfrm>
            <a:custGeom>
              <a:avLst/>
              <a:gdLst/>
              <a:ahLst/>
              <a:cxnLst>
                <a:cxn ang="0">
                  <a:pos x="5194801" y="220679"/>
                </a:cxn>
                <a:cxn ang="0">
                  <a:pos x="0" y="220679"/>
                </a:cxn>
                <a:cxn ang="0">
                  <a:pos x="0" y="0"/>
                </a:cxn>
                <a:cxn ang="0">
                  <a:pos x="5194801" y="0"/>
                </a:cxn>
                <a:cxn ang="0">
                  <a:pos x="5194801" y="220679"/>
                </a:cxn>
              </a:cxnLst>
              <a:rect l="0" t="0" r="0" b="0"/>
              <a:pathLst>
                <a:path w="5194934" h="220979">
                  <a:moveTo>
                    <a:pt x="5194799" y="220679"/>
                  </a:moveTo>
                  <a:lnTo>
                    <a:pt x="0" y="220679"/>
                  </a:lnTo>
                  <a:lnTo>
                    <a:pt x="0" y="0"/>
                  </a:lnTo>
                  <a:lnTo>
                    <a:pt x="5194799" y="0"/>
                  </a:lnTo>
                  <a:lnTo>
                    <a:pt x="5194799" y="220679"/>
                  </a:lnTo>
                  <a:close/>
                </a:path>
              </a:pathLst>
            </a:custGeom>
            <a:solidFill>
              <a:srgbClr val="008080">
                <a:alpha val="100000"/>
              </a:srgbClr>
            </a:solidFill>
            <a:ln w="9525">
              <a:noFill/>
            </a:ln>
          </p:spPr>
          <p:txBody>
            <a:bodyPr/>
            <a:lstStyle/>
            <a:p>
              <a:r>
                <a:rPr lang="en-US" kern="0" cap="small" spc="-105" dirty="0">
                  <a:solidFill>
                    <a:srgbClr val="FFFFFF"/>
                  </a:solidFill>
                  <a:latin typeface="Times New Roman" panose="02020603050405020304"/>
                  <a:cs typeface="Times New Roman" panose="02020603050405020304"/>
                </a:rPr>
                <a:t>         Srinivasa</a:t>
              </a:r>
              <a:r>
                <a:rPr lang="en-US" kern="0" cap="small" spc="70" dirty="0">
                  <a:solidFill>
                    <a:srgbClr val="FFFFFF"/>
                  </a:solidFill>
                  <a:latin typeface="Times New Roman" panose="02020603050405020304"/>
                  <a:cs typeface="Times New Roman" panose="02020603050405020304"/>
                </a:rPr>
                <a:t> </a:t>
              </a:r>
              <a:r>
                <a:rPr lang="en-US" kern="0" cap="small" spc="-120" dirty="0">
                  <a:solidFill>
                    <a:srgbClr val="FFFFFF"/>
                  </a:solidFill>
                  <a:latin typeface="Times New Roman" panose="02020603050405020304"/>
                  <a:cs typeface="Times New Roman" panose="02020603050405020304"/>
                </a:rPr>
                <a:t>Ramanujan</a:t>
              </a:r>
              <a:r>
                <a:rPr lang="en-US" kern="0" cap="small" spc="75" dirty="0">
                  <a:solidFill>
                    <a:srgbClr val="FFFFFF"/>
                  </a:solidFill>
                  <a:latin typeface="Times New Roman" panose="02020603050405020304"/>
                  <a:cs typeface="Times New Roman" panose="02020603050405020304"/>
                </a:rPr>
                <a:t> </a:t>
              </a:r>
              <a:r>
                <a:rPr lang="en-US" kern="0" cap="small" spc="-110" dirty="0">
                  <a:solidFill>
                    <a:srgbClr val="FFFFFF"/>
                  </a:solidFill>
                  <a:latin typeface="Times New Roman" panose="02020603050405020304"/>
                  <a:cs typeface="Times New Roman" panose="02020603050405020304"/>
                </a:rPr>
                <a:t>Institute</a:t>
              </a:r>
              <a:r>
                <a:rPr lang="en-US" kern="0" cap="small" spc="75" dirty="0">
                  <a:solidFill>
                    <a:srgbClr val="FFFFFF"/>
                  </a:solidFill>
                  <a:latin typeface="Times New Roman" panose="02020603050405020304"/>
                  <a:cs typeface="Times New Roman" panose="02020603050405020304"/>
                </a:rPr>
                <a:t> </a:t>
              </a:r>
              <a:r>
                <a:rPr lang="en-US" kern="0" cap="small" spc="-100" dirty="0">
                  <a:solidFill>
                    <a:srgbClr val="FFFFFF"/>
                  </a:solidFill>
                  <a:latin typeface="Times New Roman" panose="02020603050405020304"/>
                  <a:cs typeface="Times New Roman" panose="02020603050405020304"/>
                </a:rPr>
                <a:t>of</a:t>
              </a:r>
              <a:r>
                <a:rPr lang="en-US" kern="0" cap="small" spc="75" dirty="0">
                  <a:solidFill>
                    <a:srgbClr val="FFFFFF"/>
                  </a:solidFill>
                  <a:latin typeface="Times New Roman" panose="02020603050405020304"/>
                  <a:cs typeface="Times New Roman" panose="02020603050405020304"/>
                </a:rPr>
                <a:t> </a:t>
              </a:r>
              <a:r>
                <a:rPr lang="en-US" kern="0" cap="small" spc="-140" dirty="0">
                  <a:solidFill>
                    <a:srgbClr val="FFFFFF"/>
                  </a:solidFill>
                  <a:latin typeface="Times New Roman" panose="02020603050405020304"/>
                  <a:cs typeface="Times New Roman" panose="02020603050405020304"/>
                </a:rPr>
                <a:t>Technology</a:t>
              </a:r>
              <a:endParaRPr lang="en-US" kern="0" dirty="0">
                <a:solidFill>
                  <a:sysClr val="windowText" lastClr="000000"/>
                </a:solidFill>
                <a:latin typeface="Times New Roman" panose="02020603050405020304"/>
                <a:cs typeface="Times New Roman" panose="02020603050405020304"/>
              </a:endParaRPr>
            </a:p>
            <a:p>
              <a:endParaRPr lang="en-US" dirty="0"/>
            </a:p>
          </p:txBody>
        </p:sp>
        <p:sp>
          <p:nvSpPr>
            <p:cNvPr id="6162" name="object 5"/>
            <p:cNvSpPr/>
            <p:nvPr/>
          </p:nvSpPr>
          <p:spPr>
            <a:xfrm>
              <a:off x="11754359" y="6603365"/>
              <a:ext cx="437641" cy="252055"/>
            </a:xfrm>
            <a:custGeom>
              <a:avLst/>
              <a:gdLst/>
              <a:ahLst/>
              <a:cxnLst>
                <a:cxn ang="0">
                  <a:pos x="437399" y="220679"/>
                </a:cxn>
                <a:cxn ang="0">
                  <a:pos x="0" y="220679"/>
                </a:cxn>
                <a:cxn ang="0">
                  <a:pos x="0" y="0"/>
                </a:cxn>
                <a:cxn ang="0">
                  <a:pos x="437399" y="0"/>
                </a:cxn>
                <a:cxn ang="0">
                  <a:pos x="437399" y="220679"/>
                </a:cxn>
              </a:cxnLst>
              <a:rect l="0" t="0" r="0" b="0"/>
              <a:pathLst>
                <a:path w="437515" h="220979">
                  <a:moveTo>
                    <a:pt x="437399" y="220679"/>
                  </a:moveTo>
                  <a:lnTo>
                    <a:pt x="0" y="220679"/>
                  </a:lnTo>
                  <a:lnTo>
                    <a:pt x="0" y="0"/>
                  </a:lnTo>
                  <a:lnTo>
                    <a:pt x="437399" y="0"/>
                  </a:lnTo>
                  <a:lnTo>
                    <a:pt x="437399" y="220679"/>
                  </a:lnTo>
                  <a:close/>
                </a:path>
              </a:pathLst>
            </a:custGeom>
            <a:solidFill>
              <a:srgbClr val="FFC000">
                <a:alpha val="100000"/>
              </a:srgbClr>
            </a:solidFill>
            <a:ln w="9525">
              <a:noFill/>
            </a:ln>
          </p:spPr>
          <p:txBody>
            <a:bodyPr/>
            <a:lstStyle/>
            <a:p>
              <a:r>
                <a:rPr lang="en-US" dirty="0"/>
                <a:t>` </a:t>
              </a:r>
              <a:r>
                <a:rPr lang="en-US" b="1" dirty="0"/>
                <a:t>1</a:t>
              </a:r>
            </a:p>
          </p:txBody>
        </p:sp>
      </p:grpSp>
      <p:sp>
        <p:nvSpPr>
          <p:cNvPr id="6147" name="object 6"/>
          <p:cNvSpPr/>
          <p:nvPr/>
        </p:nvSpPr>
        <p:spPr>
          <a:xfrm>
            <a:off x="0" y="-6350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r>
              <a:rPr lang="en-IN" dirty="0">
                <a:solidFill>
                  <a:schemeClr val="bg1"/>
                </a:solidFill>
                <a:latin typeface="Times New Roman" panose="02020603050405020304" pitchFamily="18" charset="0"/>
                <a:cs typeface="Times New Roman" panose="02020603050405020304" pitchFamily="18" charset="0"/>
              </a:rPr>
              <a:t>                                                              Remote sensing Image scene Classification on LULC using ML</a:t>
            </a:r>
          </a:p>
          <a:p>
            <a:endParaRPr lang="en-US" dirty="0"/>
          </a:p>
        </p:txBody>
      </p:sp>
      <p:sp>
        <p:nvSpPr>
          <p:cNvPr id="6148" name="object 7"/>
          <p:cNvSpPr/>
          <p:nvPr/>
        </p:nvSpPr>
        <p:spPr>
          <a:xfrm>
            <a:off x="0" y="6604000"/>
            <a:ext cx="777875" cy="252413"/>
          </a:xfrm>
          <a:custGeom>
            <a:avLst/>
            <a:gdLst/>
            <a:ahLst/>
            <a:cxnLst>
              <a:cxn ang="0">
                <a:pos x="778149" y="222307"/>
              </a:cxn>
              <a:cxn ang="0">
                <a:pos x="0" y="222307"/>
              </a:cxn>
              <a:cxn ang="0">
                <a:pos x="0" y="0"/>
              </a:cxn>
              <a:cxn ang="0">
                <a:pos x="778149" y="0"/>
              </a:cxn>
              <a:cxn ang="0">
                <a:pos x="778149" y="222307"/>
              </a:cxn>
            </a:cxnLst>
            <a:rect l="0" t="0" r="0" b="0"/>
            <a:pathLst>
              <a:path w="777240" h="221615">
                <a:moveTo>
                  <a:pt x="776879" y="221039"/>
                </a:moveTo>
                <a:lnTo>
                  <a:pt x="0" y="221039"/>
                </a:lnTo>
                <a:lnTo>
                  <a:pt x="0" y="0"/>
                </a:lnTo>
                <a:lnTo>
                  <a:pt x="776879" y="0"/>
                </a:lnTo>
                <a:lnTo>
                  <a:pt x="776879" y="221039"/>
                </a:lnTo>
                <a:close/>
              </a:path>
            </a:pathLst>
          </a:custGeom>
          <a:solidFill>
            <a:srgbClr val="C55A11">
              <a:alpha val="100000"/>
            </a:srgbClr>
          </a:solidFill>
          <a:ln w="9525">
            <a:noFill/>
          </a:ln>
        </p:spPr>
        <p:txBody>
          <a:bodyPr/>
          <a:lstStyle/>
          <a:p>
            <a:r>
              <a:rPr lang="en-US" dirty="0">
                <a:solidFill>
                  <a:schemeClr val="bg1"/>
                </a:solidFill>
              </a:rPr>
              <a:t>  </a:t>
            </a:r>
            <a:r>
              <a:rPr lang="en-IN" dirty="0">
                <a:solidFill>
                  <a:schemeClr val="bg1"/>
                </a:solidFill>
                <a:latin typeface="Times New Roman" panose="02020603050405020304" pitchFamily="18" charset="0"/>
                <a:cs typeface="Times New Roman" panose="02020603050405020304" pitchFamily="18" charset="0"/>
              </a:rPr>
              <a:t>A-19</a:t>
            </a:r>
            <a:endParaRPr lang="zh-CN" altLang="x-none" dirty="0">
              <a:solidFill>
                <a:schemeClr val="bg1"/>
              </a:solidFill>
              <a:latin typeface="Times New Roman" panose="02020603050405020304" pitchFamily="18" charset="0"/>
              <a:ea typeface="Times New Roman" panose="02020603050405020304" pitchFamily="18" charset="0"/>
            </a:endParaRPr>
          </a:p>
          <a:p>
            <a:r>
              <a:rPr lang="en-US" dirty="0"/>
              <a:t>  </a:t>
            </a:r>
          </a:p>
        </p:txBody>
      </p:sp>
      <p:sp>
        <p:nvSpPr>
          <p:cNvPr id="8" name="object 8"/>
          <p:cNvSpPr txBox="1"/>
          <p:nvPr/>
        </p:nvSpPr>
        <p:spPr>
          <a:xfrm>
            <a:off x="7727950" y="1760509"/>
            <a:ext cx="2635250" cy="423834"/>
          </a:xfrm>
          <a:prstGeom prst="rect">
            <a:avLst/>
          </a:prstGeom>
        </p:spPr>
        <p:txBody>
          <a:bodyPr wrap="square" lIns="0" tIns="13335" rIns="0" bIns="0">
            <a:spAutoFit/>
          </a:bodyPr>
          <a:lstStyle/>
          <a:p>
            <a:pPr algn="ctr" eaLnBrk="1" hangingPunct="1">
              <a:lnSpc>
                <a:spcPts val="2075"/>
              </a:lnSpc>
              <a:spcBef>
                <a:spcPts val="100"/>
              </a:spcBef>
              <a:buNone/>
            </a:pPr>
            <a:r>
              <a:rPr lang="en-IN" altLang="zh-CN" sz="2400" b="1" dirty="0">
                <a:solidFill>
                  <a:srgbClr val="000000"/>
                </a:solidFill>
                <a:latin typeface="Times New Roman" panose="02020603050405020304" pitchFamily="18" charset="0"/>
                <a:cs typeface="Times New Roman" panose="02020603050405020304" pitchFamily="18" charset="0"/>
              </a:rPr>
              <a:t>T.JAGAN</a:t>
            </a:r>
            <a:endParaRPr lang="zh-CN" altLang="x-none" sz="2400" b="1" dirty="0">
              <a:solidFill>
                <a:srgbClr val="000000"/>
              </a:solidFill>
              <a:latin typeface="Times New Roman" panose="02020603050405020304" pitchFamily="18" charset="0"/>
              <a:cs typeface="Times New Roman" panose="02020603050405020304" pitchFamily="18" charset="0"/>
            </a:endParaRPr>
          </a:p>
          <a:p>
            <a:pPr algn="ctr" eaLnBrk="1" hangingPunct="1">
              <a:lnSpc>
                <a:spcPts val="1065"/>
              </a:lnSpc>
              <a:buNone/>
            </a:pPr>
            <a:r>
              <a:rPr lang="zh-CN" altLang="x-none" sz="1100" dirty="0">
                <a:solidFill>
                  <a:srgbClr val="000000"/>
                </a:solidFill>
                <a:latin typeface="Times New Roman" panose="02020603050405020304" pitchFamily="18" charset="0"/>
                <a:cs typeface="Times New Roman" panose="02020603050405020304" pitchFamily="18" charset="0"/>
              </a:rPr>
              <a:t>Roll No. </a:t>
            </a:r>
            <a:r>
              <a:rPr lang="en-IN" altLang="zh-CN" sz="1100" dirty="0">
                <a:solidFill>
                  <a:srgbClr val="000000"/>
                </a:solidFill>
                <a:latin typeface="Times New Roman" panose="02020603050405020304" pitchFamily="18" charset="0"/>
                <a:cs typeface="Times New Roman" panose="02020603050405020304" pitchFamily="18" charset="0"/>
              </a:rPr>
              <a:t>224G1A0531</a:t>
            </a:r>
            <a:endParaRPr lang="zh-CN" altLang="x-none" sz="1100" dirty="0">
              <a:solidFill>
                <a:srgbClr val="000000"/>
              </a:solidFill>
              <a:latin typeface="Times New Roman" panose="02020603050405020304" pitchFamily="18" charset="0"/>
              <a:ea typeface="Times New Roman" panose="02020603050405020304" pitchFamily="18" charset="0"/>
            </a:endParaRPr>
          </a:p>
        </p:txBody>
      </p:sp>
      <p:sp>
        <p:nvSpPr>
          <p:cNvPr id="6150" name="object 9"/>
          <p:cNvSpPr txBox="1"/>
          <p:nvPr/>
        </p:nvSpPr>
        <p:spPr>
          <a:xfrm>
            <a:off x="3657600" y="2312670"/>
            <a:ext cx="5181600" cy="1130935"/>
          </a:xfrm>
          <a:prstGeom prst="rect">
            <a:avLst/>
          </a:prstGeom>
          <a:noFill/>
          <a:ln w="9525">
            <a:noFill/>
          </a:ln>
        </p:spPr>
        <p:txBody>
          <a:bodyPr lIns="0" tIns="12700" rIns="0" bIns="0">
            <a:noAutofit/>
          </a:bodyPr>
          <a:lstStyle/>
          <a:p>
            <a:pPr algn="ctr" eaLnBrk="1" hangingPunct="1">
              <a:lnSpc>
                <a:spcPts val="1625"/>
              </a:lnSpc>
              <a:spcBef>
                <a:spcPts val="100"/>
              </a:spcBef>
            </a:pPr>
            <a:r>
              <a:rPr lang="en-US" altLang="en-US" sz="1600" i="1" dirty="0">
                <a:solidFill>
                  <a:srgbClr val="000000"/>
                </a:solidFill>
                <a:latin typeface="Times New Roman" panose="02020603050405020304" pitchFamily="18" charset="0"/>
                <a:cs typeface="Times New Roman" panose="02020603050405020304" pitchFamily="18" charset="0"/>
              </a:rPr>
              <a:t>Under the guidance of</a:t>
            </a:r>
            <a:endParaRPr lang="en-US" altLang="en-US" sz="1600" dirty="0">
              <a:solidFill>
                <a:srgbClr val="000000"/>
              </a:solidFill>
              <a:latin typeface="Times New Roman" panose="02020603050405020304" pitchFamily="18" charset="0"/>
              <a:cs typeface="Times New Roman" panose="02020603050405020304" pitchFamily="18" charset="0"/>
            </a:endParaRPr>
          </a:p>
          <a:p>
            <a:pPr algn="ctr" eaLnBrk="1" hangingPunct="1">
              <a:lnSpc>
                <a:spcPts val="2790"/>
              </a:lnSpc>
              <a:spcBef>
                <a:spcPts val="115"/>
              </a:spcBef>
            </a:pPr>
            <a:r>
              <a:rPr lang="en-US" altLang="en-US" sz="2000" b="1" dirty="0">
                <a:solidFill>
                  <a:srgbClr val="000000"/>
                </a:solidFill>
                <a:latin typeface="Times New Roman" panose="02020603050405020304" pitchFamily="18" charset="0"/>
                <a:cs typeface="Times New Roman" panose="02020603050405020304" pitchFamily="18" charset="0"/>
              </a:rPr>
              <a:t>Ms. G. Lokeswari </a:t>
            </a:r>
            <a:r>
              <a:rPr lang="en-US" altLang="en-US" sz="2000" baseline="-25000" dirty="0">
                <a:solidFill>
                  <a:srgbClr val="000000"/>
                </a:solidFill>
                <a:latin typeface="Times New Roman" panose="02020603050405020304" pitchFamily="18" charset="0"/>
                <a:cs typeface="Times New Roman" panose="02020603050405020304" pitchFamily="18" charset="0"/>
              </a:rPr>
              <a:t>M.Tech.,</a:t>
            </a:r>
            <a:r>
              <a:rPr lang="en-US" altLang="en-US" sz="2000" dirty="0">
                <a:solidFill>
                  <a:srgbClr val="000000"/>
                </a:solidFill>
                <a:latin typeface="Times New Roman" panose="02020603050405020304" pitchFamily="18" charset="0"/>
                <a:cs typeface="Times New Roman" panose="02020603050405020304" pitchFamily="18" charset="0"/>
              </a:rPr>
              <a:t> </a:t>
            </a:r>
            <a:r>
              <a:rPr lang="en-US" altLang="en-US" sz="2000" baseline="-25000" dirty="0">
                <a:solidFill>
                  <a:srgbClr val="000000"/>
                </a:solidFill>
                <a:latin typeface="Times New Roman" panose="02020603050405020304" pitchFamily="18" charset="0"/>
                <a:cs typeface="Times New Roman" panose="02020603050405020304" pitchFamily="18" charset="0"/>
              </a:rPr>
              <a:t>(Ph</a:t>
            </a:r>
            <a:r>
              <a:rPr lang="en-US" altLang="en-US" sz="2000" baseline="-25000" dirty="0">
                <a:solidFill>
                  <a:srgbClr val="000000"/>
                </a:solidFill>
                <a:latin typeface="Arial" panose="020B0604020202020204" pitchFamily="34" charset="0"/>
              </a:rPr>
              <a:t>.D)</a:t>
            </a:r>
          </a:p>
          <a:p>
            <a:pPr algn="ctr" eaLnBrk="1" hangingPunct="1">
              <a:lnSpc>
                <a:spcPts val="2790"/>
              </a:lnSpc>
              <a:spcBef>
                <a:spcPts val="115"/>
              </a:spcBef>
            </a:pPr>
            <a:r>
              <a:rPr lang="en-IN" altLang="en-US" sz="2000" baseline="-25000" dirty="0">
                <a:solidFill>
                  <a:srgbClr val="000000"/>
                </a:solidFill>
                <a:latin typeface="Arial" panose="020B0604020202020204" pitchFamily="34" charset="0"/>
              </a:rPr>
              <a:t>Assistant Professor</a:t>
            </a:r>
            <a:endParaRPr lang="en-US" altLang="en-US" sz="2000" baseline="-25000" dirty="0">
              <a:solidFill>
                <a:srgbClr val="000000"/>
              </a:solidFill>
              <a:latin typeface="Arial" panose="020B0604020202020204" pitchFamily="34" charset="0"/>
            </a:endParaRPr>
          </a:p>
          <a:p>
            <a:pPr algn="ctr" eaLnBrk="1" hangingPunct="1">
              <a:lnSpc>
                <a:spcPts val="2790"/>
              </a:lnSpc>
              <a:spcBef>
                <a:spcPts val="115"/>
              </a:spcBef>
            </a:pPr>
            <a:endParaRPr lang="en-IN" altLang="en-US" sz="2000" dirty="0">
              <a:solidFill>
                <a:srgbClr val="000000"/>
              </a:solidFill>
              <a:latin typeface="Arial" panose="020B0604020202020204" pitchFamily="34" charset="0"/>
            </a:endParaRPr>
          </a:p>
          <a:p>
            <a:pPr algn="ctr" eaLnBrk="1" hangingPunct="1">
              <a:lnSpc>
                <a:spcPts val="2790"/>
              </a:lnSpc>
              <a:spcBef>
                <a:spcPts val="115"/>
              </a:spcBef>
            </a:pPr>
            <a:endParaRPr lang="en-US" altLang="en-US" sz="2400" dirty="0">
              <a:solidFill>
                <a:srgbClr val="000000"/>
              </a:solidFill>
              <a:latin typeface="Times New Roman" panose="02020603050405020304" pitchFamily="18" charset="0"/>
              <a:ea typeface="Times New Roman" panose="02020603050405020304" pitchFamily="18" charset="0"/>
            </a:endParaRPr>
          </a:p>
        </p:txBody>
      </p:sp>
      <p:sp>
        <p:nvSpPr>
          <p:cNvPr id="10" name="object 10"/>
          <p:cNvSpPr txBox="1"/>
          <p:nvPr/>
        </p:nvSpPr>
        <p:spPr>
          <a:xfrm>
            <a:off x="2147888" y="5095875"/>
            <a:ext cx="7889875" cy="1449388"/>
          </a:xfrm>
          <a:prstGeom prst="rect">
            <a:avLst/>
          </a:prstGeom>
        </p:spPr>
        <p:txBody>
          <a:bodyPr lIns="0" tIns="13335" rIns="0" bIns="0">
            <a:spAutoFit/>
          </a:bodyPr>
          <a:lstStyle/>
          <a:p>
            <a:pPr marL="3175" algn="ctr" eaLnBrk="1" hangingPunct="1">
              <a:lnSpc>
                <a:spcPts val="2300"/>
              </a:lnSpc>
              <a:spcBef>
                <a:spcPts val="100"/>
              </a:spcBef>
              <a:buNone/>
            </a:pPr>
            <a:r>
              <a:rPr lang="zh-CN" altLang="x-none" sz="2200" dirty="0">
                <a:solidFill>
                  <a:srgbClr val="000000"/>
                </a:solidFill>
                <a:latin typeface="Times New Roman" panose="02020603050405020304" pitchFamily="18" charset="0"/>
                <a:cs typeface="Times New Roman" panose="02020603050405020304" pitchFamily="18" charset="0"/>
              </a:rPr>
              <a:t>Department of Computer Science and Engineering</a:t>
            </a:r>
          </a:p>
          <a:p>
            <a:pPr marL="3175" algn="ctr" eaLnBrk="1" hangingPunct="1">
              <a:lnSpc>
                <a:spcPts val="3565"/>
              </a:lnSpc>
              <a:buNone/>
            </a:pPr>
            <a:r>
              <a:rPr lang="zh-CN" altLang="x-none" sz="3400" dirty="0">
                <a:solidFill>
                  <a:srgbClr val="FF0000"/>
                </a:solidFill>
                <a:latin typeface="Times New Roman" panose="02020603050405020304" pitchFamily="18" charset="0"/>
                <a:cs typeface="Times New Roman" panose="02020603050405020304" pitchFamily="18" charset="0"/>
              </a:rPr>
              <a:t>Srinivasa Ramanujan Institute of Technology</a:t>
            </a:r>
            <a:endParaRPr lang="zh-CN" altLang="x-none" sz="3400" dirty="0">
              <a:solidFill>
                <a:srgbClr val="000000"/>
              </a:solidFill>
              <a:latin typeface="Times New Roman" panose="02020603050405020304" pitchFamily="18" charset="0"/>
              <a:cs typeface="Times New Roman" panose="02020603050405020304" pitchFamily="18" charset="0"/>
            </a:endParaRPr>
          </a:p>
          <a:p>
            <a:pPr marL="3175" algn="ctr" eaLnBrk="1" hangingPunct="1">
              <a:lnSpc>
                <a:spcPts val="1850"/>
              </a:lnSpc>
              <a:buNone/>
            </a:pPr>
            <a:r>
              <a:rPr lang="zh-CN" altLang="x-none" sz="1700" b="1" dirty="0">
                <a:solidFill>
                  <a:srgbClr val="000000"/>
                </a:solidFill>
                <a:latin typeface="Times New Roman" panose="02020603050405020304" pitchFamily="18" charset="0"/>
                <a:cs typeface="Times New Roman" panose="02020603050405020304" pitchFamily="18" charset="0"/>
              </a:rPr>
              <a:t>Autonomous</a:t>
            </a:r>
            <a:endParaRPr lang="zh-CN" altLang="x-none" sz="1700" dirty="0">
              <a:solidFill>
                <a:srgbClr val="000000"/>
              </a:solidFill>
              <a:latin typeface="Times New Roman" panose="02020603050405020304" pitchFamily="18" charset="0"/>
              <a:cs typeface="Times New Roman" panose="02020603050405020304" pitchFamily="18" charset="0"/>
            </a:endParaRPr>
          </a:p>
          <a:p>
            <a:pPr marL="3175" algn="ctr" eaLnBrk="1" hangingPunct="1">
              <a:lnSpc>
                <a:spcPts val="1375"/>
              </a:lnSpc>
              <a:buNone/>
            </a:pPr>
            <a:r>
              <a:rPr lang="zh-CN" altLang="x-none" sz="1200" b="1" dirty="0">
                <a:solidFill>
                  <a:srgbClr val="000000"/>
                </a:solidFill>
                <a:latin typeface="Times New Roman" panose="02020603050405020304" pitchFamily="18" charset="0"/>
                <a:cs typeface="Times New Roman" panose="02020603050405020304" pitchFamily="18" charset="0"/>
              </a:rPr>
              <a:t>Rotarypuram Village, B K Samudram Mandal, Ananthapuramu – 515701.</a:t>
            </a:r>
            <a:endParaRPr lang="zh-CN" altLang="x-none" sz="1200" dirty="0">
              <a:solidFill>
                <a:srgbClr val="000000"/>
              </a:solidFill>
              <a:latin typeface="Times New Roman" panose="02020603050405020304" pitchFamily="18" charset="0"/>
              <a:cs typeface="Times New Roman" panose="02020603050405020304" pitchFamily="18" charset="0"/>
            </a:endParaRPr>
          </a:p>
          <a:p>
            <a:pPr marL="3175" algn="ctr" eaLnBrk="1" hangingPunct="1">
              <a:spcBef>
                <a:spcPts val="550"/>
              </a:spcBef>
              <a:buNone/>
            </a:pPr>
            <a:r>
              <a:rPr lang="zh-CN" altLang="x-none" sz="1300" b="1" dirty="0">
                <a:solidFill>
                  <a:srgbClr val="1E4E78"/>
                </a:solidFill>
                <a:latin typeface="Times New Roman" panose="02020603050405020304" pitchFamily="18" charset="0"/>
                <a:cs typeface="Times New Roman" panose="02020603050405020304" pitchFamily="18" charset="0"/>
              </a:rPr>
              <a:t>202</a:t>
            </a:r>
            <a:r>
              <a:rPr sz="1300" b="1" dirty="0">
                <a:solidFill>
                  <a:srgbClr val="1E4E78"/>
                </a:solidFill>
                <a:latin typeface="Times New Roman" panose="02020603050405020304" pitchFamily="18" charset="0"/>
                <a:cs typeface="Times New Roman" panose="02020603050405020304" pitchFamily="18" charset="0"/>
              </a:rPr>
              <a:t>5</a:t>
            </a:r>
            <a:r>
              <a:rPr lang="zh-CN" altLang="x-none" sz="1300" b="1" dirty="0">
                <a:solidFill>
                  <a:srgbClr val="1E4E78"/>
                </a:solidFill>
                <a:latin typeface="Times New Roman" panose="02020603050405020304" pitchFamily="18" charset="0"/>
                <a:cs typeface="Times New Roman" panose="02020603050405020304" pitchFamily="18" charset="0"/>
              </a:rPr>
              <a:t>-202</a:t>
            </a:r>
            <a:r>
              <a:rPr sz="1300" b="1" dirty="0">
                <a:solidFill>
                  <a:srgbClr val="1E4E78"/>
                </a:solidFill>
                <a:latin typeface="Times New Roman" panose="02020603050405020304" pitchFamily="18" charset="0"/>
                <a:cs typeface="Times New Roman" panose="02020603050405020304" pitchFamily="18" charset="0"/>
              </a:rPr>
              <a:t>6</a:t>
            </a:r>
            <a:endParaRPr lang="zh-CN" altLang="x-none" sz="1300" dirty="0">
              <a:solidFill>
                <a:srgbClr val="000000"/>
              </a:solidFill>
              <a:latin typeface="Times New Roman" panose="02020603050405020304" pitchFamily="18" charset="0"/>
              <a:ea typeface="Times New Roman" panose="02020603050405020304" pitchFamily="18" charset="0"/>
            </a:endParaRPr>
          </a:p>
        </p:txBody>
      </p:sp>
      <p:sp>
        <p:nvSpPr>
          <p:cNvPr id="11" name="object 11"/>
          <p:cNvSpPr txBox="1"/>
          <p:nvPr/>
        </p:nvSpPr>
        <p:spPr>
          <a:xfrm>
            <a:off x="4800601" y="1724025"/>
            <a:ext cx="2927350" cy="465138"/>
          </a:xfrm>
          <a:prstGeom prst="rect">
            <a:avLst/>
          </a:prstGeom>
        </p:spPr>
        <p:txBody>
          <a:bodyPr wrap="square" lIns="0" tIns="14605" rIns="0" bIns="0">
            <a:spAutoFit/>
          </a:bodyPr>
          <a:lstStyle/>
          <a:p>
            <a:pPr algn="ctr" eaLnBrk="1" hangingPunct="1">
              <a:lnSpc>
                <a:spcPts val="2375"/>
              </a:lnSpc>
              <a:spcBef>
                <a:spcPts val="115"/>
              </a:spcBef>
              <a:buNone/>
            </a:pPr>
            <a:r>
              <a:rPr lang="en-IN" altLang="zh-CN" sz="2400" b="1" dirty="0">
                <a:solidFill>
                  <a:srgbClr val="000000"/>
                </a:solidFill>
                <a:latin typeface="Times New Roman" panose="02020603050405020304" pitchFamily="18" charset="0"/>
                <a:cs typeface="Times New Roman" panose="02020603050405020304" pitchFamily="18" charset="0"/>
              </a:rPr>
              <a:t>P.NAVADEEP</a:t>
            </a:r>
            <a:endParaRPr lang="zh-CN" altLang="x-none" sz="2400" b="1" dirty="0">
              <a:solidFill>
                <a:srgbClr val="000000"/>
              </a:solidFill>
              <a:latin typeface="Times New Roman" panose="02020603050405020304" pitchFamily="18" charset="0"/>
              <a:cs typeface="Times New Roman" panose="02020603050405020304" pitchFamily="18" charset="0"/>
            </a:endParaRPr>
          </a:p>
          <a:p>
            <a:pPr algn="ctr" eaLnBrk="1" hangingPunct="1">
              <a:lnSpc>
                <a:spcPts val="1065"/>
              </a:lnSpc>
              <a:buNone/>
            </a:pPr>
            <a:r>
              <a:rPr lang="zh-CN" altLang="x-none" sz="1100" dirty="0">
                <a:solidFill>
                  <a:srgbClr val="000000"/>
                </a:solidFill>
                <a:latin typeface="Times New Roman" panose="02020603050405020304" pitchFamily="18" charset="0"/>
                <a:cs typeface="Times New Roman" panose="02020603050405020304" pitchFamily="18" charset="0"/>
              </a:rPr>
              <a:t>Roll No. </a:t>
            </a:r>
            <a:r>
              <a:rPr sz="1100" dirty="0">
                <a:solidFill>
                  <a:srgbClr val="000000"/>
                </a:solidFill>
                <a:latin typeface="Times New Roman" panose="02020603050405020304" pitchFamily="18" charset="0"/>
                <a:cs typeface="Times New Roman" panose="02020603050405020304" pitchFamily="18" charset="0"/>
              </a:rPr>
              <a:t>2</a:t>
            </a:r>
            <a:r>
              <a:rPr lang="en-IN" sz="1100" dirty="0">
                <a:solidFill>
                  <a:srgbClr val="000000"/>
                </a:solidFill>
                <a:latin typeface="Times New Roman" panose="02020603050405020304" pitchFamily="18" charset="0"/>
                <a:cs typeface="Times New Roman" panose="02020603050405020304" pitchFamily="18" charset="0"/>
              </a:rPr>
              <a:t>34G5A0509</a:t>
            </a:r>
            <a:endParaRPr lang="zh-CN" altLang="x-none" sz="1100" dirty="0">
              <a:solidFill>
                <a:srgbClr val="000000"/>
              </a:solidFill>
              <a:latin typeface="Times New Roman" panose="02020603050405020304" pitchFamily="18" charset="0"/>
              <a:ea typeface="Times New Roman" panose="02020603050405020304" pitchFamily="18" charset="0"/>
            </a:endParaRPr>
          </a:p>
        </p:txBody>
      </p:sp>
      <p:sp>
        <p:nvSpPr>
          <p:cNvPr id="13" name="object 13"/>
          <p:cNvSpPr txBox="1"/>
          <p:nvPr/>
        </p:nvSpPr>
        <p:spPr>
          <a:xfrm>
            <a:off x="2438401" y="1658938"/>
            <a:ext cx="2205038" cy="563563"/>
          </a:xfrm>
          <a:prstGeom prst="rect">
            <a:avLst/>
          </a:prstGeom>
        </p:spPr>
        <p:txBody>
          <a:bodyPr wrap="square" lIns="0" tIns="13335" rIns="0" bIns="0">
            <a:spAutoFit/>
          </a:bodyPr>
          <a:lstStyle/>
          <a:p>
            <a:pPr algn="ctr" eaLnBrk="1" hangingPunct="1">
              <a:spcBef>
                <a:spcPts val="100"/>
              </a:spcBef>
              <a:buNone/>
            </a:pPr>
            <a:r>
              <a:rPr lang="en-IN" altLang="zh-CN" sz="2400" b="1" dirty="0">
                <a:solidFill>
                  <a:srgbClr val="000000"/>
                </a:solidFill>
                <a:latin typeface="Times New Roman" panose="02020603050405020304" pitchFamily="18" charset="0"/>
                <a:cs typeface="Times New Roman" panose="02020603050405020304" pitchFamily="18" charset="0"/>
              </a:rPr>
              <a:t>J.GOWRI</a:t>
            </a:r>
            <a:endParaRPr lang="zh-CN" altLang="x-none" sz="2400" b="1" dirty="0">
              <a:solidFill>
                <a:srgbClr val="000000"/>
              </a:solidFill>
              <a:latin typeface="Times New Roman" panose="02020603050405020304" pitchFamily="18" charset="0"/>
              <a:cs typeface="Times New Roman" panose="02020603050405020304" pitchFamily="18" charset="0"/>
            </a:endParaRPr>
          </a:p>
          <a:p>
            <a:pPr algn="ctr" eaLnBrk="1" hangingPunct="1">
              <a:spcBef>
                <a:spcPts val="40"/>
              </a:spcBef>
              <a:buNone/>
            </a:pPr>
            <a:r>
              <a:rPr lang="zh-CN" altLang="x-none" sz="1100" dirty="0">
                <a:solidFill>
                  <a:srgbClr val="000000"/>
                </a:solidFill>
                <a:latin typeface="Times New Roman" panose="02020603050405020304" pitchFamily="18" charset="0"/>
                <a:cs typeface="Times New Roman" panose="02020603050405020304" pitchFamily="18" charset="0"/>
              </a:rPr>
              <a:t>Roll No. 2</a:t>
            </a:r>
            <a:r>
              <a:rPr sz="1100" dirty="0">
                <a:solidFill>
                  <a:srgbClr val="000000"/>
                </a:solidFill>
                <a:latin typeface="Times New Roman" panose="02020603050405020304" pitchFamily="18" charset="0"/>
                <a:cs typeface="Times New Roman" panose="02020603050405020304" pitchFamily="18" charset="0"/>
              </a:rPr>
              <a:t>2</a:t>
            </a:r>
            <a:r>
              <a:rPr lang="zh-CN" altLang="x-none" sz="1100" dirty="0">
                <a:solidFill>
                  <a:srgbClr val="000000"/>
                </a:solidFill>
                <a:latin typeface="Times New Roman" panose="02020603050405020304" pitchFamily="18" charset="0"/>
                <a:cs typeface="Times New Roman" panose="02020603050405020304" pitchFamily="18" charset="0"/>
              </a:rPr>
              <a:t>4G1A05</a:t>
            </a:r>
            <a:r>
              <a:rPr lang="en-IN" altLang="zh-CN" sz="1100" dirty="0">
                <a:solidFill>
                  <a:srgbClr val="000000"/>
                </a:solidFill>
                <a:latin typeface="Times New Roman" panose="02020603050405020304" pitchFamily="18" charset="0"/>
                <a:cs typeface="Times New Roman" panose="02020603050405020304" pitchFamily="18" charset="0"/>
              </a:rPr>
              <a:t>21</a:t>
            </a:r>
            <a:endParaRPr lang="zh-CN" altLang="x-none" sz="1100" dirty="0">
              <a:solidFill>
                <a:srgbClr val="000000"/>
              </a:solidFill>
              <a:latin typeface="Times New Roman" panose="02020603050405020304" pitchFamily="18" charset="0"/>
              <a:ea typeface="Times New Roman" panose="02020603050405020304" pitchFamily="18" charset="0"/>
            </a:endParaRPr>
          </a:p>
        </p:txBody>
      </p:sp>
      <p:grpSp>
        <p:nvGrpSpPr>
          <p:cNvPr id="6154" name="object 14"/>
          <p:cNvGrpSpPr/>
          <p:nvPr/>
        </p:nvGrpSpPr>
        <p:grpSpPr>
          <a:xfrm>
            <a:off x="714375" y="317500"/>
            <a:ext cx="10944225" cy="938213"/>
            <a:chOff x="715009" y="318271"/>
            <a:chExt cx="10608310" cy="937894"/>
          </a:xfrm>
        </p:grpSpPr>
        <p:pic>
          <p:nvPicPr>
            <p:cNvPr id="6158" name="object 15"/>
            <p:cNvPicPr>
              <a:picLocks noChangeAspect="1"/>
            </p:cNvPicPr>
            <p:nvPr/>
          </p:nvPicPr>
          <p:blipFill>
            <a:blip r:embed="rId3"/>
            <a:stretch>
              <a:fillRect/>
            </a:stretch>
          </p:blipFill>
          <p:spPr>
            <a:xfrm>
              <a:off x="715009" y="318271"/>
              <a:ext cx="10608182" cy="937864"/>
            </a:xfrm>
            <a:prstGeom prst="rect">
              <a:avLst/>
            </a:prstGeom>
            <a:noFill/>
            <a:ln w="9525">
              <a:noFill/>
            </a:ln>
          </p:spPr>
        </p:pic>
        <p:sp>
          <p:nvSpPr>
            <p:cNvPr id="6159" name="object 16"/>
            <p:cNvSpPr/>
            <p:nvPr/>
          </p:nvSpPr>
          <p:spPr>
            <a:xfrm>
              <a:off x="755008" y="335270"/>
              <a:ext cx="10528300" cy="857885"/>
            </a:xfrm>
            <a:custGeom>
              <a:avLst/>
              <a:gdLst/>
              <a:ahLst/>
              <a:cxnLst>
                <a:cxn ang="0">
                  <a:pos x="10385202" y="857863"/>
                </a:cxn>
                <a:cxn ang="0">
                  <a:pos x="142980" y="857863"/>
                </a:cxn>
                <a:cxn ang="0">
                  <a:pos x="97787" y="850574"/>
                </a:cxn>
                <a:cxn ang="0">
                  <a:pos x="58537" y="830277"/>
                </a:cxn>
                <a:cxn ang="0">
                  <a:pos x="27586" y="799326"/>
                </a:cxn>
                <a:cxn ang="0">
                  <a:pos x="7289" y="760076"/>
                </a:cxn>
                <a:cxn ang="0">
                  <a:pos x="0" y="714883"/>
                </a:cxn>
                <a:cxn ang="0">
                  <a:pos x="0" y="142980"/>
                </a:cxn>
                <a:cxn ang="0">
                  <a:pos x="7289" y="97787"/>
                </a:cxn>
                <a:cxn ang="0">
                  <a:pos x="27586" y="58537"/>
                </a:cxn>
                <a:cxn ang="0">
                  <a:pos x="58537" y="27586"/>
                </a:cxn>
                <a:cxn ang="0">
                  <a:pos x="97787" y="7289"/>
                </a:cxn>
                <a:cxn ang="0">
                  <a:pos x="142980" y="0"/>
                </a:cxn>
                <a:cxn ang="0">
                  <a:pos x="10385202" y="0"/>
                </a:cxn>
                <a:cxn ang="0">
                  <a:pos x="10439918" y="10883"/>
                </a:cxn>
                <a:cxn ang="0">
                  <a:pos x="10486304" y="41877"/>
                </a:cxn>
                <a:cxn ang="0">
                  <a:pos x="10517299" y="88264"/>
                </a:cxn>
                <a:cxn ang="0">
                  <a:pos x="10528183" y="142980"/>
                </a:cxn>
                <a:cxn ang="0">
                  <a:pos x="10528183" y="714883"/>
                </a:cxn>
                <a:cxn ang="0">
                  <a:pos x="10520894" y="760076"/>
                </a:cxn>
                <a:cxn ang="0">
                  <a:pos x="10500596" y="799326"/>
                </a:cxn>
                <a:cxn ang="0">
                  <a:pos x="10469645" y="830277"/>
                </a:cxn>
                <a:cxn ang="0">
                  <a:pos x="10430395" y="850574"/>
                </a:cxn>
                <a:cxn ang="0">
                  <a:pos x="10385202" y="857863"/>
                </a:cxn>
              </a:cxnLst>
              <a:rect l="0" t="0" r="0" b="0"/>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alpha val="100000"/>
              </a:srgbClr>
            </a:solidFill>
            <a:ln w="9525">
              <a:noFill/>
            </a:ln>
          </p:spPr>
          <p:txBody>
            <a:bodyPr/>
            <a:lstStyle/>
            <a:p>
              <a:endParaRPr lang="en-US"/>
            </a:p>
          </p:txBody>
        </p:sp>
      </p:grpSp>
      <p:sp>
        <p:nvSpPr>
          <p:cNvPr id="6155" name="object 17"/>
          <p:cNvSpPr>
            <a:spLocks noGrp="1"/>
          </p:cNvSpPr>
          <p:nvPr>
            <p:ph type="title"/>
          </p:nvPr>
        </p:nvSpPr>
        <p:spPr>
          <a:xfrm>
            <a:off x="609601" y="492125"/>
            <a:ext cx="10868024" cy="505267"/>
          </a:xfrm>
          <a:ln/>
        </p:spPr>
        <p:txBody>
          <a:bodyPr vert="horz" wrap="square" lIns="0" tIns="12700" rIns="0" bIns="0" anchor="t" anchorCtr="0">
            <a:spAutoFit/>
          </a:bodyPr>
          <a:lstStyle/>
          <a:p>
            <a:r>
              <a:rPr lang="en-IN" sz="3200" dirty="0"/>
              <a:t>Remote sensing Image scene Classification on LULC using ML</a:t>
            </a:r>
          </a:p>
        </p:txBody>
      </p:sp>
      <p:sp>
        <p:nvSpPr>
          <p:cNvPr id="18" name="object 18"/>
          <p:cNvSpPr txBox="1"/>
          <p:nvPr/>
        </p:nvSpPr>
        <p:spPr>
          <a:xfrm>
            <a:off x="5988050" y="1279525"/>
            <a:ext cx="215900" cy="268288"/>
          </a:xfrm>
          <a:prstGeom prst="rect">
            <a:avLst/>
          </a:prstGeom>
        </p:spPr>
        <p:txBody>
          <a:bodyPr lIns="0" tIns="12700" rIns="0" bIns="0">
            <a:spAutoFit/>
          </a:bodyPr>
          <a:lstStyle/>
          <a:p>
            <a:pPr marL="12700" marR="0" defTabSz="914400" eaLnBrk="1" fontAlgn="auto" hangingPunct="1">
              <a:spcBef>
                <a:spcPts val="100"/>
              </a:spcBef>
              <a:spcAft>
                <a:spcPts val="0"/>
              </a:spcAft>
              <a:buClrTx/>
              <a:buSzTx/>
              <a:buFontTx/>
              <a:buNone/>
              <a:defRPr/>
            </a:pPr>
            <a:r>
              <a:rPr kumimoji="0" sz="1600" i="1" kern="0" cap="none" spc="-25" normalizeH="0" baseline="0" noProof="0" dirty="0">
                <a:solidFill>
                  <a:sysClr val="windowText" lastClr="000000"/>
                </a:solidFill>
                <a:latin typeface="Times New Roman" panose="02020603050405020304"/>
                <a:ea typeface="+mn-ea"/>
                <a:cs typeface="Times New Roman" panose="02020603050405020304"/>
              </a:rPr>
              <a:t>by</a:t>
            </a:r>
            <a:endParaRPr kumimoji="0" sz="1600" kern="0" cap="none" spc="0" normalizeH="0" baseline="0" noProof="0">
              <a:solidFill>
                <a:sysClr val="windowText" lastClr="000000"/>
              </a:solidFill>
              <a:latin typeface="Times New Roman" panose="02020603050405020304"/>
              <a:ea typeface="+mn-ea"/>
              <a:cs typeface="Times New Roman" panose="02020603050405020304"/>
            </a:endParaRPr>
          </a:p>
        </p:txBody>
      </p:sp>
      <p:pic>
        <p:nvPicPr>
          <p:cNvPr id="6157" name="object 19"/>
          <p:cNvPicPr>
            <a:picLocks noChangeAspect="1"/>
          </p:cNvPicPr>
          <p:nvPr/>
        </p:nvPicPr>
        <p:blipFill>
          <a:blip r:embed="rId4"/>
          <a:stretch>
            <a:fillRect/>
          </a:stretch>
        </p:blipFill>
        <p:spPr>
          <a:xfrm>
            <a:off x="5329238" y="3351213"/>
            <a:ext cx="1527175" cy="1685925"/>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object 2"/>
          <p:cNvSpPr txBox="1"/>
          <p:nvPr/>
        </p:nvSpPr>
        <p:spPr>
          <a:xfrm>
            <a:off x="3505200" y="-33337"/>
            <a:ext cx="5307013" cy="228268"/>
          </a:xfrm>
          <a:prstGeom prst="rect">
            <a:avLst/>
          </a:prstGeom>
          <a:noFill/>
          <a:ln w="9525">
            <a:noFill/>
          </a:ln>
        </p:spPr>
        <p:txBody>
          <a:bodyPr wrap="square" lIns="0" tIns="12700" rIns="0" bIns="0">
            <a:spAutoFit/>
          </a:bodyPr>
          <a:lstStyle/>
          <a:p>
            <a:r>
              <a:rPr lang="en-IN" sz="1400" dirty="0">
                <a:solidFill>
                  <a:schemeClr val="bg1"/>
                </a:solidFill>
                <a:latin typeface="Times New Roman" panose="02020603050405020304" pitchFamily="18" charset="0"/>
                <a:cs typeface="Times New Roman" panose="02020603050405020304" pitchFamily="18" charset="0"/>
              </a:rPr>
              <a:t>Remote sensing Image scene Classification on LULC using ML</a:t>
            </a:r>
          </a:p>
        </p:txBody>
      </p:sp>
      <p:grpSp>
        <p:nvGrpSpPr>
          <p:cNvPr id="7171" name="object 3"/>
          <p:cNvGrpSpPr/>
          <p:nvPr/>
        </p:nvGrpSpPr>
        <p:grpSpPr>
          <a:xfrm>
            <a:off x="0" y="225425"/>
            <a:ext cx="12192000" cy="803275"/>
            <a:chOff x="0" y="212399"/>
            <a:chExt cx="12192000" cy="803275"/>
          </a:xfrm>
        </p:grpSpPr>
        <p:pic>
          <p:nvPicPr>
            <p:cNvPr id="7178" name="object 4"/>
            <p:cNvPicPr>
              <a:picLocks noChangeAspect="1"/>
            </p:cNvPicPr>
            <p:nvPr/>
          </p:nvPicPr>
          <p:blipFill>
            <a:blip r:embed="rId2"/>
            <a:stretch>
              <a:fillRect/>
            </a:stretch>
          </p:blipFill>
          <p:spPr>
            <a:xfrm>
              <a:off x="0" y="212399"/>
              <a:ext cx="12192000" cy="803160"/>
            </a:xfrm>
            <a:prstGeom prst="rect">
              <a:avLst/>
            </a:prstGeom>
            <a:noFill/>
            <a:ln w="9525">
              <a:noFill/>
            </a:ln>
          </p:spPr>
        </p:pic>
        <p:sp>
          <p:nvSpPr>
            <p:cNvPr id="7179" name="object 5"/>
            <p:cNvSpPr/>
            <p:nvPr/>
          </p:nvSpPr>
          <p:spPr>
            <a:xfrm>
              <a:off x="239" y="228599"/>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a:xfrm>
            <a:off x="73025" y="182563"/>
            <a:ext cx="2746375" cy="695325"/>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Contents</a:t>
            </a:r>
          </a:p>
        </p:txBody>
      </p:sp>
      <p:sp>
        <p:nvSpPr>
          <p:cNvPr id="8" name="object 8"/>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450975" y="6629400"/>
            <a:ext cx="4645660" cy="252095"/>
          </a:xfrm>
          <a:noFill/>
        </p:spPr>
        <p:txBody>
          <a:bodyPr vert="horz" wrap="square" lIns="0" tIns="0" rIns="0" bIns="0" rtlCol="0">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zh-CN" altLang="x-none" sz="1600" dirty="0">
                <a:solidFill>
                  <a:schemeClr val="bg1"/>
                </a:solidFill>
                <a:latin typeface="Times New Roman" panose="02020603050405020304" pitchFamily="18" charset="0"/>
                <a:cs typeface="Times New Roman" panose="02020603050405020304" pitchFamily="18" charset="0"/>
              </a:rPr>
              <a:t>DEPT. OF COMPUTER SCIENCE AND</a:t>
            </a:r>
            <a:r>
              <a:rPr sz="1600" dirty="0">
                <a:solidFill>
                  <a:schemeClr val="bg1"/>
                </a:solidFill>
                <a:latin typeface="Times New Roman" panose="02020603050405020304" pitchFamily="18" charset="0"/>
                <a:cs typeface="Times New Roman" panose="02020603050405020304" pitchFamily="18" charset="0"/>
              </a:rPr>
              <a:t> </a:t>
            </a:r>
            <a:r>
              <a:rPr lang="zh-CN" altLang="x-none" sz="1600" dirty="0">
                <a:solidFill>
                  <a:schemeClr val="bg1"/>
                </a:solidFill>
                <a:latin typeface="Times New Roman" panose="02020603050405020304" pitchFamily="18" charset="0"/>
                <a:cs typeface="Times New Roman" panose="02020603050405020304" pitchFamily="18" charset="0"/>
              </a:rPr>
              <a:t>ENGINEERING</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10" name="object 10"/>
          <p:cNvSpPr txBox="1"/>
          <p:nvPr/>
        </p:nvSpPr>
        <p:spPr>
          <a:xfrm>
            <a:off x="6716713" y="6629400"/>
            <a:ext cx="4322763" cy="230188"/>
          </a:xfrm>
          <a:prstGeom prst="rect">
            <a:avLst/>
          </a:prstGeom>
        </p:spPr>
        <p:txBody>
          <a:bodyPr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B4E1554B-BE95-4FB1-AC37-FAB416F079D9}"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2</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7" name="object 7"/>
          <p:cNvSpPr txBox="1"/>
          <p:nvPr/>
        </p:nvSpPr>
        <p:spPr>
          <a:xfrm>
            <a:off x="325438" y="990600"/>
            <a:ext cx="9459913" cy="4624388"/>
          </a:xfrm>
          <a:prstGeom prst="rect">
            <a:avLst/>
          </a:prstGeom>
        </p:spPr>
        <p:txBody>
          <a:bodyPr lIns="0" tIns="96520" rIns="0" bIns="0">
            <a:spAutoFit/>
          </a:bodyPr>
          <a:lstStyle/>
          <a:p>
            <a:pPr marL="421005" marR="0" indent="-408305" defTabSz="914400" eaLnBrk="1" fontAlgn="auto" hangingPunct="1">
              <a:spcBef>
                <a:spcPts val="760"/>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Title</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Justification</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Abstract</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Problem</a:t>
            </a:r>
            <a:r>
              <a:rPr kumimoji="0" sz="2800" kern="0" cap="none" spc="-3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statement</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Objectives</a:t>
            </a:r>
            <a:r>
              <a:rPr kumimoji="0" sz="2800" kern="0" cap="none" spc="-40"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of</a:t>
            </a:r>
            <a:r>
              <a:rPr kumimoji="0" sz="2800" kern="0" cap="none" spc="-3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Project</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Literature</a:t>
            </a:r>
            <a:r>
              <a:rPr kumimoji="0" sz="2800" kern="0" cap="none" spc="-3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survey</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for</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objectives</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0"/>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Proposed</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Work</a:t>
            </a:r>
            <a:r>
              <a:rPr kumimoji="0" sz="2800" kern="0" cap="none" spc="-20"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(Methods</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to</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be</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followed</a:t>
            </a:r>
            <a:r>
              <a:rPr kumimoji="0" sz="2800" kern="0" cap="none" spc="-20"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for</a:t>
            </a:r>
            <a:r>
              <a:rPr kumimoji="0" sz="2800" kern="0" cap="none" spc="-25"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0" normalizeH="0" baseline="0" noProof="0" dirty="0">
                <a:solidFill>
                  <a:sysClr val="windowText" lastClr="000000"/>
                </a:solidFill>
                <a:latin typeface="Times New Roman" panose="02020603050405020304"/>
                <a:ea typeface="+mn-ea"/>
                <a:cs typeface="Times New Roman" panose="02020603050405020304"/>
              </a:rPr>
              <a:t>proposed</a:t>
            </a:r>
            <a:r>
              <a:rPr kumimoji="0" sz="2800" kern="0" cap="none" spc="-20" normalizeH="0" baseline="0" noProof="0" dirty="0">
                <a:solidFill>
                  <a:sysClr val="windowText" lastClr="000000"/>
                </a:solidFill>
                <a:latin typeface="Times New Roman" panose="02020603050405020304"/>
                <a:ea typeface="+mn-ea"/>
                <a:cs typeface="Times New Roman" panose="02020603050405020304"/>
              </a:rPr>
              <a:t> </a:t>
            </a: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system)</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References</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0" normalizeH="0" baseline="0" noProof="0" dirty="0">
                <a:solidFill>
                  <a:sysClr val="windowText" lastClr="000000"/>
                </a:solidFill>
                <a:latin typeface="Times New Roman" panose="02020603050405020304"/>
                <a:ea typeface="+mn-ea"/>
                <a:cs typeface="Times New Roman" panose="02020603050405020304"/>
              </a:rPr>
              <a:t>GitHub </a:t>
            </a:r>
            <a:r>
              <a:rPr kumimoji="0" sz="2800" kern="0" cap="none" spc="-20" normalizeH="0" baseline="0" noProof="0" dirty="0">
                <a:solidFill>
                  <a:sysClr val="windowText" lastClr="000000"/>
                </a:solidFill>
                <a:latin typeface="Times New Roman" panose="02020603050405020304"/>
                <a:ea typeface="+mn-ea"/>
                <a:cs typeface="Times New Roman" panose="02020603050405020304"/>
              </a:rPr>
              <a:t>Link</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a:p>
            <a:pPr marL="421005" marR="0" indent="-408305" defTabSz="914400" eaLnBrk="1" fontAlgn="auto" hangingPunct="1">
              <a:spcBef>
                <a:spcPts val="665"/>
              </a:spcBef>
              <a:spcAft>
                <a:spcPts val="0"/>
              </a:spcAft>
              <a:buClrTx/>
              <a:buSzTx/>
              <a:buFontTx/>
              <a:buChar char="•"/>
              <a:tabLst>
                <a:tab pos="421005" algn="l"/>
              </a:tabLst>
              <a:defRPr/>
            </a:pPr>
            <a:r>
              <a:rPr kumimoji="0" sz="2800" kern="0" cap="none" spc="-10" normalizeH="0" baseline="0" noProof="0" dirty="0">
                <a:solidFill>
                  <a:sysClr val="windowText" lastClr="000000"/>
                </a:solidFill>
                <a:latin typeface="Times New Roman" panose="02020603050405020304"/>
                <a:ea typeface="+mn-ea"/>
                <a:cs typeface="Times New Roman" panose="02020603050405020304"/>
              </a:rPr>
              <a:t>Queries</a:t>
            </a:r>
            <a:endParaRPr kumimoji="0" sz="2800" kern="0" cap="none" spc="0" normalizeH="0" baseline="0" noProof="0" dirty="0">
              <a:solidFill>
                <a:sysClr val="windowText" lastClr="000000"/>
              </a:solidFill>
              <a:latin typeface="Times New Roman" panose="02020603050405020304"/>
              <a:ea typeface="+mn-ea"/>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object 2"/>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8195" name="object 3"/>
          <p:cNvSpPr txBox="1"/>
          <p:nvPr/>
        </p:nvSpPr>
        <p:spPr>
          <a:xfrm>
            <a:off x="3405188" y="-22225"/>
            <a:ext cx="5688012" cy="228268"/>
          </a:xfrm>
          <a:prstGeom prst="rect">
            <a:avLst/>
          </a:prstGeom>
          <a:noFill/>
          <a:ln w="9525">
            <a:noFill/>
          </a:ln>
        </p:spPr>
        <p:txBody>
          <a:bodyPr lIns="0" tIns="12700" rIns="0" bIns="0">
            <a:spAutoFit/>
          </a:bodyPr>
          <a:lstStyle/>
          <a:p>
            <a:r>
              <a:rPr lang="en-IN" sz="1400" dirty="0">
                <a:solidFill>
                  <a:schemeClr val="bg1"/>
                </a:solidFill>
                <a:latin typeface="Times New Roman" panose="02020603050405020304" pitchFamily="18" charset="0"/>
                <a:cs typeface="Times New Roman" panose="02020603050405020304" pitchFamily="18" charset="0"/>
              </a:rPr>
              <a:t>Remote sensing Image scene Classification on LULC using ML</a:t>
            </a:r>
          </a:p>
        </p:txBody>
      </p:sp>
      <p:grpSp>
        <p:nvGrpSpPr>
          <p:cNvPr id="8196" name="object 4"/>
          <p:cNvGrpSpPr/>
          <p:nvPr/>
        </p:nvGrpSpPr>
        <p:grpSpPr>
          <a:xfrm>
            <a:off x="0" y="222718"/>
            <a:ext cx="12192000" cy="803275"/>
            <a:chOff x="0" y="212399"/>
            <a:chExt cx="12192000" cy="803275"/>
          </a:xfrm>
        </p:grpSpPr>
        <p:pic>
          <p:nvPicPr>
            <p:cNvPr id="8203" name="object 5"/>
            <p:cNvPicPr>
              <a:picLocks noChangeAspect="1"/>
            </p:cNvPicPr>
            <p:nvPr/>
          </p:nvPicPr>
          <p:blipFill>
            <a:blip r:embed="rId3"/>
            <a:stretch>
              <a:fillRect/>
            </a:stretch>
          </p:blipFill>
          <p:spPr>
            <a:xfrm>
              <a:off x="0" y="212399"/>
              <a:ext cx="12192000" cy="803160"/>
            </a:xfrm>
            <a:prstGeom prst="rect">
              <a:avLst/>
            </a:prstGeom>
            <a:noFill/>
            <a:ln w="9525">
              <a:noFill/>
            </a:ln>
          </p:spPr>
        </p:pic>
        <p:sp>
          <p:nvSpPr>
            <p:cNvPr id="8204" name="object 6"/>
            <p:cNvSpPr/>
            <p:nvPr/>
          </p:nvSpPr>
          <p:spPr>
            <a:xfrm>
              <a:off x="239" y="228599"/>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7" name="object 7"/>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Title</a:t>
            </a:r>
            <a:r>
              <a:rPr kumimoji="0" sz="4400" b="0" i="0" u="none" strike="noStrike" kern="0" cap="none" spc="-11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Justification</a:t>
            </a:r>
          </a:p>
        </p:txBody>
      </p:sp>
      <p:sp>
        <p:nvSpPr>
          <p:cNvPr id="2" name="Text Placeholder 1"/>
          <p:cNvSpPr>
            <a:spLocks noGrp="1"/>
          </p:cNvSpPr>
          <p:nvPr>
            <p:ph type="body" idx="1"/>
          </p:nvPr>
        </p:nvSpPr>
        <p:spPr>
          <a:xfrm>
            <a:off x="381000" y="1154430"/>
            <a:ext cx="11506200" cy="5445760"/>
          </a:xfrm>
        </p:spPr>
        <p:txBody>
          <a:bodyPr vert="horz" wrap="square" lIns="0" tIns="0" rIns="0" bIns="0" numCol="1" anchor="t" anchorCtr="0" compatLnSpc="1">
            <a:noAutofit/>
          </a:bodyPr>
          <a:lstStyle/>
          <a:p>
            <a:pPr marL="0" marR="0" lvl="0" indent="0" algn="just" defTabSz="914400" rtl="0" eaLnBrk="0" fontAlgn="base" latinLnBrk="0" hangingPunct="0">
              <a:lnSpc>
                <a:spcPct val="100000"/>
              </a:lnSpc>
              <a:spcBef>
                <a:spcPct val="20000"/>
              </a:spcBef>
              <a:spcAft>
                <a:spcPct val="0"/>
              </a:spcAft>
              <a:buClrTx/>
              <a:buSzTx/>
              <a:buFontTx/>
              <a:buNone/>
              <a:defRPr/>
            </a:pP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Project Title:</a:t>
            </a:r>
          </a:p>
          <a:p>
            <a:pPr marL="0" marR="0" lvl="0" indent="0" algn="just" defTabSz="914400" rtl="0" eaLnBrk="0" fontAlgn="base" latinLnBrk="0" hangingPunct="0">
              <a:lnSpc>
                <a:spcPct val="100000"/>
              </a:lnSpc>
              <a:spcBef>
                <a:spcPct val="20000"/>
              </a:spcBef>
              <a:spcAft>
                <a:spcPct val="0"/>
              </a:spcAft>
              <a:buClrTx/>
              <a:buSzTx/>
              <a:buFontTx/>
              <a:buNone/>
              <a:defRPr/>
            </a:pPr>
            <a:endPar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endParaRPr>
          </a:p>
          <a:p>
            <a:pPr marL="0" marR="0" lvl="0" indent="0" algn="just" defTabSz="914400" rtl="0" eaLnBrk="0" fontAlgn="base" latinLnBrk="0" hangingPunct="0">
              <a:lnSpc>
                <a:spcPct val="100000"/>
              </a:lnSpc>
              <a:spcBef>
                <a:spcPct val="20000"/>
              </a:spcBef>
              <a:spcAft>
                <a:spcPct val="0"/>
              </a:spcAft>
              <a:buClrTx/>
              <a:buSzTx/>
              <a:buFontTx/>
              <a:buNone/>
              <a:defRPr/>
            </a:pPr>
            <a:r>
              <a:rPr lang="en-US" sz="2000" dirty="0"/>
              <a:t>Remote Sensing Image Scene Classification on LULC Using ML</a:t>
            </a:r>
          </a:p>
          <a:p>
            <a:pPr marL="0" marR="0" lvl="0" indent="0" algn="just" defTabSz="914400" rtl="0" eaLnBrk="0" fontAlgn="base" latinLnBrk="0" hangingPunct="0">
              <a:lnSpc>
                <a:spcPct val="100000"/>
              </a:lnSpc>
              <a:spcBef>
                <a:spcPct val="20000"/>
              </a:spcBef>
              <a:spcAft>
                <a:spcPct val="0"/>
              </a:spcAft>
              <a:buClrTx/>
              <a:buSzTx/>
              <a:buFontTx/>
              <a:buNone/>
              <a:defRPr/>
            </a:pPr>
            <a:endParaRPr kumimoji="0" lang="en-US" sz="18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endParaRPr>
          </a:p>
          <a:p>
            <a:pPr marL="0" marR="0" lvl="0" indent="0" algn="just" defTabSz="914400" rtl="0" eaLnBrk="0" fontAlgn="base" latinLnBrk="0" hangingPunct="0">
              <a:lnSpc>
                <a:spcPct val="100000"/>
              </a:lnSpc>
              <a:spcBef>
                <a:spcPct val="20000"/>
              </a:spcBef>
              <a:spcAft>
                <a:spcPct val="0"/>
              </a:spcAft>
              <a:buClrTx/>
              <a:buSzTx/>
              <a:buFontTx/>
              <a:buNone/>
              <a:defRPr/>
            </a:pPr>
            <a:r>
              <a:rPr kumimoji="0" lang="en-US"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Justification:</a:t>
            </a:r>
          </a:p>
          <a:p>
            <a:pPr marL="285750" marR="0" lvl="0"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lang="en-US" sz="2000" dirty="0"/>
              <a:t>The title “</a:t>
            </a:r>
            <a:r>
              <a:rPr lang="en-US" sz="2000" b="1" dirty="0"/>
              <a:t>Remote Sensing Image Scene Classification</a:t>
            </a:r>
            <a:r>
              <a:rPr lang="en-US" sz="2000" dirty="0"/>
              <a:t>” represents a machine learning–based system designed to identify and analyze land use and land cover patterns from satellite images.</a:t>
            </a:r>
          </a:p>
          <a:p>
            <a:pPr marL="285750" marR="0" lvl="0"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lang="en-US" sz="2000" dirty="0"/>
              <a:t>The word “</a:t>
            </a:r>
            <a:r>
              <a:rPr lang="en-US" sz="2000" b="1" dirty="0"/>
              <a:t>Remote Sensing</a:t>
            </a:r>
            <a:r>
              <a:rPr lang="en-US" sz="2000" dirty="0"/>
              <a:t>” signifies the use of satellite or aerial imagery for observing and collecting Earth surface information.</a:t>
            </a:r>
          </a:p>
          <a:p>
            <a:pPr marL="285750" marR="0" lvl="0"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lang="en-US" sz="2000" dirty="0"/>
              <a:t>“</a:t>
            </a:r>
            <a:r>
              <a:rPr lang="en-US" sz="2000" b="1" dirty="0"/>
              <a:t>Scene Classification</a:t>
            </a:r>
            <a:r>
              <a:rPr lang="en-US" sz="2000" dirty="0"/>
              <a:t>” reflects the process of categorizing images into different land scenes such as urban, vegetation, water bodies, forest, and barren land.</a:t>
            </a:r>
          </a:p>
          <a:p>
            <a:pPr marL="285750" marR="0" lvl="0"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lang="en-US" sz="2000" dirty="0"/>
              <a:t>The subtitle “on </a:t>
            </a:r>
            <a:r>
              <a:rPr lang="en-US" sz="2000" b="1" dirty="0"/>
              <a:t>LULC Using ML</a:t>
            </a:r>
            <a:r>
              <a:rPr lang="en-US" sz="2000" dirty="0"/>
              <a:t>” clearly states the project’s main purpose—classifying land use and land cover using machine learning techniques.</a:t>
            </a:r>
          </a:p>
          <a:p>
            <a:pPr marL="285750" marR="0" lvl="0"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000" b="0"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rPr>
              <a:t>It conveys technological innovation, environmental importance, and the role of ML in supporting accurate land monitoring and sustainable planning for real-world applications.</a:t>
            </a:r>
          </a:p>
          <a:p>
            <a:pPr marR="0" lvl="0" algn="l" defTabSz="914400" rtl="0" eaLnBrk="0" fontAlgn="base" latinLnBrk="0" hangingPunct="0">
              <a:lnSpc>
                <a:spcPct val="100000"/>
              </a:lnSpc>
              <a:spcBef>
                <a:spcPct val="20000"/>
              </a:spcBef>
              <a:spcAft>
                <a:spcPct val="0"/>
              </a:spcAft>
              <a:buClrTx/>
              <a:buSzTx/>
              <a:defRPr/>
            </a:pPr>
            <a:endParaRPr kumimoji="0" lang="en-IN" sz="2000" b="1" i="0" u="none" strike="noStrike" kern="0" cap="none" spc="0" normalizeH="0" baseline="0" noProof="0" dirty="0">
              <a:ln>
                <a:noFill/>
              </a:ln>
              <a:solidFill>
                <a:schemeClr val="tx1"/>
              </a:solidFill>
              <a:effectLst/>
              <a:uLnTx/>
              <a:uFillTx/>
              <a:latin typeface="Times New Roman" panose="02020603050405020304"/>
              <a:ea typeface="+mn-ea"/>
              <a:cs typeface="Times New Roman" panose="02020603050405020304"/>
            </a:endParaRPr>
          </a:p>
        </p:txBody>
      </p:sp>
      <p:sp>
        <p:nvSpPr>
          <p:cNvPr id="8" name="object 8"/>
          <p:cNvSpPr txBox="1">
            <a:spLocks noGrp="1"/>
          </p:cNvSpPr>
          <p:nvPr>
            <p:ph type="ftr" sz="quarter" idx="3"/>
          </p:nvPr>
        </p:nvSpPr>
        <p:spPr>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3941763" cy="2286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4098A613-0174-4EC4-8DE5-4ED819B4EEE1}"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3</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0" name="object 10"/>
          <p:cNvSpPr txBox="1"/>
          <p:nvPr/>
        </p:nvSpPr>
        <p:spPr>
          <a:xfrm>
            <a:off x="7146925" y="6629400"/>
            <a:ext cx="4646613"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3000" y="-19050"/>
            <a:ext cx="9448800" cy="228268"/>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lang="en-US" altLang="en-US" sz="1400" dirty="0">
                <a:solidFill>
                  <a:schemeClr val="bg1"/>
                </a:solidFill>
                <a:latin typeface="Times New Roman" panose="02020603050405020304" pitchFamily="18" charset="0"/>
                <a:ea typeface="+mj-ea"/>
                <a:cs typeface="Times New Roman" panose="02020603050405020304" pitchFamily="18" charset="0"/>
              </a:rPr>
              <a:t>Remote sensing Image scene Classification on LULC using ML</a:t>
            </a:r>
            <a:endParaRPr kumimoji="0" lang="en-US" sz="1500"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0243" name="object 3"/>
          <p:cNvGrpSpPr/>
          <p:nvPr/>
        </p:nvGrpSpPr>
        <p:grpSpPr>
          <a:xfrm>
            <a:off x="-11112" y="209550"/>
            <a:ext cx="12192000" cy="803275"/>
            <a:chOff x="0" y="216720"/>
            <a:chExt cx="12192000" cy="803275"/>
          </a:xfrm>
        </p:grpSpPr>
        <p:pic>
          <p:nvPicPr>
            <p:cNvPr id="10250"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0251"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a:xfrm>
            <a:off x="149225" y="227013"/>
            <a:ext cx="5286375" cy="714375"/>
          </a:xfrm>
        </p:spPr>
        <p:txBody>
          <a:bodyPr vert="horz" wrap="square" lIns="0" tIns="12700" rIns="0" bIns="0" numCol="1" rtlCol="0" anchor="t" anchorCtr="0" compatLnSpc="1">
            <a:spAutoFit/>
          </a:bodyPr>
          <a:lstStyle/>
          <a:p>
            <a:pPr marL="12700" indent="0" algn="l" eaLnBrk="1" hangingPunct="1">
              <a:spcBef>
                <a:spcPts val="100"/>
              </a:spcBef>
              <a:buNone/>
            </a:pPr>
            <a:r>
              <a:rPr lang="en-US" altLang="zh-CN" dirty="0">
                <a:latin typeface="Times New Roman" panose="02020603050405020304" pitchFamily="18" charset="0"/>
                <a:ea typeface="+mj-ea"/>
                <a:cs typeface="Times New Roman" panose="02020603050405020304" pitchFamily="18" charset="0"/>
              </a:rPr>
              <a:t>   </a:t>
            </a:r>
            <a:r>
              <a:rPr lang="zh-CN" altLang="x-none" dirty="0">
                <a:latin typeface="Times New Roman" panose="02020603050405020304" pitchFamily="18" charset="0"/>
                <a:ea typeface="+mj-ea"/>
                <a:cs typeface="Times New Roman" panose="02020603050405020304" pitchFamily="18" charset="0"/>
              </a:rPr>
              <a:t>Ab</a:t>
            </a:r>
            <a:r>
              <a:rPr dirty="0">
                <a:latin typeface="Times New Roman" panose="02020603050405020304" pitchFamily="18" charset="0"/>
                <a:ea typeface="+mj-ea"/>
                <a:cs typeface="Times New Roman" panose="02020603050405020304" pitchFamily="18" charset="0"/>
              </a:rPr>
              <a:t>stract</a:t>
            </a:r>
            <a:endParaRPr lang="zh-CN" altLang="x-none" dirty="0">
              <a:latin typeface="Times New Roman" panose="02020603050405020304" pitchFamily="18" charset="0"/>
              <a:ea typeface="Times New Roman" panose="02020603050405020304" pitchFamily="18" charset="0"/>
              <a:cs typeface="+mj-cs"/>
            </a:endParaRPr>
          </a:p>
        </p:txBody>
      </p:sp>
      <p:sp>
        <p:nvSpPr>
          <p:cNvPr id="8" name="object 8"/>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40941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9FA05D3A-FAB8-4230-8787-D02FF258F4AA}"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4</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0249" name="object 7"/>
          <p:cNvSpPr txBox="1"/>
          <p:nvPr/>
        </p:nvSpPr>
        <p:spPr>
          <a:xfrm>
            <a:off x="273050" y="990600"/>
            <a:ext cx="11623675" cy="5570855"/>
          </a:xfrm>
          <a:prstGeom prst="rect">
            <a:avLst/>
          </a:prstGeom>
          <a:noFill/>
          <a:ln w="9525">
            <a:noFill/>
          </a:ln>
        </p:spPr>
        <p:txBody>
          <a:bodyPr lIns="0" tIns="12065" rIns="0" bIns="0">
            <a:noAutofit/>
          </a:bodyPr>
          <a:lstStyle/>
          <a:p>
            <a:pPr marL="355600" indent="-342900" algn="just" eaLnBrk="1" hangingPunct="1">
              <a:lnSpc>
                <a:spcPct val="120000"/>
              </a:lnSpc>
              <a:spcBef>
                <a:spcPts val="100"/>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Remote sensing images </a:t>
            </a:r>
            <a:r>
              <a:rPr lang="en-US" sz="2000" dirty="0">
                <a:latin typeface="Times New Roman" panose="02020603050405020304" pitchFamily="18" charset="0"/>
                <a:cs typeface="Times New Roman" panose="02020603050405020304" pitchFamily="18" charset="0"/>
              </a:rPr>
              <a:t>play a vital role in monitoring land use and land cover (</a:t>
            </a:r>
            <a:r>
              <a:rPr lang="en-US" sz="2000" b="1" dirty="0">
                <a:latin typeface="Times New Roman" panose="02020603050405020304" pitchFamily="18" charset="0"/>
                <a:cs typeface="Times New Roman" panose="02020603050405020304" pitchFamily="18" charset="0"/>
              </a:rPr>
              <a:t>LULC</a:t>
            </a:r>
            <a:r>
              <a:rPr lang="en-US" sz="2000" dirty="0">
                <a:latin typeface="Times New Roman" panose="02020603050405020304" pitchFamily="18" charset="0"/>
                <a:cs typeface="Times New Roman" panose="02020603050405020304" pitchFamily="18" charset="0"/>
              </a:rPr>
              <a:t>) changes, but traditional classification methods rely heavily on manual interpretation or limited feature-based techniques, leading to low accuracy and inefficiency. To address this challenge, this research focuses on “</a:t>
            </a:r>
            <a:r>
              <a:rPr lang="en-US" sz="2000" b="1" dirty="0">
                <a:latin typeface="Times New Roman" panose="02020603050405020304" pitchFamily="18" charset="0"/>
                <a:cs typeface="Times New Roman" panose="02020603050405020304" pitchFamily="18" charset="0"/>
              </a:rPr>
              <a:t>Remote Sensing Image Scene Classification on LULC using Machine Learning</a:t>
            </a:r>
            <a:r>
              <a:rPr lang="en-US" sz="2000" dirty="0">
                <a:latin typeface="Times New Roman" panose="02020603050405020304" pitchFamily="18" charset="0"/>
                <a:cs typeface="Times New Roman" panose="02020603050405020304" pitchFamily="18" charset="0"/>
              </a:rPr>
              <a:t> (ML)”, where image scenes are automatically classified into different land use and land cover categories using intelligent algorithms. The main objective of the study is to develop an efficient ML-based classification model that can accurately identify various land scenes such as urban areas, vegetation, water bodies, forests, and barren land from satellite images.</a:t>
            </a:r>
          </a:p>
          <a:p>
            <a:pPr marL="355600" indent="-342900" eaLnBrk="1" hangingPunct="1">
              <a:lnSpc>
                <a:spcPct val="120000"/>
              </a:lnSpc>
              <a:spcBef>
                <a:spcPts val="100"/>
              </a:spcBef>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55600" indent="-342900" algn="just" eaLnBrk="1" hangingPunct="1">
              <a:lnSpc>
                <a:spcPct val="120000"/>
              </a:lnSpc>
              <a:spcBef>
                <a:spcPts val="1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model is trained using a well-structured dataset of remote sensing images, and machine learning techniques are applied for feature extraction and classification to improve accuracy and reliability. Experimental results show that the </a:t>
            </a:r>
            <a:r>
              <a:rPr lang="en-US" sz="2000" b="1" dirty="0">
                <a:latin typeface="Times New Roman" panose="02020603050405020304" pitchFamily="18" charset="0"/>
                <a:cs typeface="Times New Roman" panose="02020603050405020304" pitchFamily="18" charset="0"/>
              </a:rPr>
              <a:t>ML-based approach</a:t>
            </a:r>
            <a:r>
              <a:rPr lang="en-US" sz="2000" dirty="0">
                <a:latin typeface="Times New Roman" panose="02020603050405020304" pitchFamily="18" charset="0"/>
                <a:cs typeface="Times New Roman" panose="02020603050405020304" pitchFamily="18" charset="0"/>
              </a:rPr>
              <a:t> performs better than traditional classification methods by reducing manual effort and improving consistency. Overall, the proposed system provides a scalable and effective solution for environmental monitoring, urban planning, and sustainable resource management, highlighting the importance of machine learning in remote sensing–based LULC analysis.</a:t>
            </a:r>
            <a:endParaRPr lang="en-US" alt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0" y="-19050"/>
            <a:ext cx="6096000" cy="228268"/>
          </a:xfrm>
          <a:prstGeom prst="rect">
            <a:avLst/>
          </a:prstGeom>
        </p:spPr>
        <p:txBody>
          <a:bodyPr wrap="square" lIns="0" tIns="12700" rIns="0" bIns="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Remote sensing Image scene Classification on LULC using ML</a:t>
            </a:r>
            <a:endParaRPr kumimoji="0" lang="en-US" sz="1500" b="0" i="0" u="none" strike="noStrike" kern="0" cap="none" spc="0" normalizeH="0" baseline="0" noProof="0" dirty="0">
              <a:ln>
                <a:noFill/>
              </a:ln>
              <a:solidFill>
                <a:sysClr val="windowText" lastClr="000000"/>
              </a:solidFill>
              <a:effectLst/>
              <a:uLnTx/>
              <a:uFillTx/>
              <a:latin typeface="Times New Roman" panose="02020603050405020304"/>
              <a:ea typeface="+mn-ea"/>
              <a:cs typeface="Times New Roman" panose="02020603050405020304"/>
            </a:endParaRPr>
          </a:p>
        </p:txBody>
      </p:sp>
      <p:grpSp>
        <p:nvGrpSpPr>
          <p:cNvPr id="11267" name="object 3"/>
          <p:cNvGrpSpPr/>
          <p:nvPr/>
        </p:nvGrpSpPr>
        <p:grpSpPr>
          <a:xfrm>
            <a:off x="0" y="217488"/>
            <a:ext cx="12192000" cy="803275"/>
            <a:chOff x="0" y="216720"/>
            <a:chExt cx="12192000" cy="803275"/>
          </a:xfrm>
        </p:grpSpPr>
        <p:pic>
          <p:nvPicPr>
            <p:cNvPr id="11274"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1275"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Problem</a:t>
            </a:r>
            <a:r>
              <a:rPr kumimoji="0" sz="4400" b="0" i="0" u="none" strike="noStrike" kern="0" cap="none" spc="-185"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Statement</a:t>
            </a:r>
          </a:p>
        </p:txBody>
      </p:sp>
      <p:sp>
        <p:nvSpPr>
          <p:cNvPr id="8" name="object 8"/>
          <p:cNvSpPr txBox="1">
            <a:spLocks noGrp="1"/>
          </p:cNvSpPr>
          <p:nvPr>
            <p:ph type="ftr" sz="quarter" idx="3"/>
          </p:nvPr>
        </p:nvSpPr>
        <p:spPr>
          <a:noFill/>
        </p:spPr>
        <p:txBody>
          <a:bodyPr vert="horz" wrap="square" lIns="0" tIns="0" rIns="0" bIns="0" rtlCol="0">
            <a:spAutoFit/>
          </a:body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4017963" cy="5334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2231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C9A058BF-499F-4118-9D56-70370F5F56F2}"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5</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1273" name="object 7"/>
          <p:cNvSpPr>
            <a:spLocks noGrp="1"/>
          </p:cNvSpPr>
          <p:nvPr>
            <p:ph type="body" idx="1"/>
          </p:nvPr>
        </p:nvSpPr>
        <p:spPr>
          <a:xfrm>
            <a:off x="236538" y="1074738"/>
            <a:ext cx="11347450" cy="4397679"/>
          </a:xfrm>
          <a:ln/>
        </p:spPr>
        <p:txBody>
          <a:bodyPr vert="horz" wrap="square" lIns="0" tIns="60960" rIns="0" bIns="0" anchor="t" anchorCtr="0">
            <a:spAutoFit/>
          </a:bodyPr>
          <a:lstStyle/>
          <a:p>
            <a:pPr marL="504825" indent="-492125" algn="just" defTabSz="914400" eaLnBrk="1" hangingPunct="1">
              <a:lnSpc>
                <a:spcPts val="3025"/>
              </a:lnSpc>
              <a:spcBef>
                <a:spcPts val="475"/>
              </a:spcBef>
              <a:buFont typeface="Lucida Sans Unicode" panose="020B0602030504020204" pitchFamily="34" charset="0"/>
              <a:buChar char="□"/>
              <a:tabLst>
                <a:tab pos="504825" algn="l"/>
                <a:tab pos="2227580" algn="l"/>
                <a:tab pos="4403725" algn="l"/>
                <a:tab pos="4942205" algn="l"/>
                <a:tab pos="6307455" algn="l"/>
                <a:tab pos="7318375" algn="l"/>
                <a:tab pos="7837805" algn="l"/>
                <a:tab pos="9807575" algn="l"/>
                <a:tab pos="10502900" algn="l"/>
              </a:tabLst>
            </a:pPr>
            <a:r>
              <a:rPr lang="en-US" sz="2400" dirty="0"/>
              <a:t>Land use and land cover (LULC) classification using remote sensing images is important for environmental monitoring and planning. However, existing methods rely on manual interpretation or traditional feature-based techniques, which often produce low accuracy and inconsistent results. These approaches are time-consuming and inefficient for large satellite datasets.</a:t>
            </a:r>
          </a:p>
          <a:p>
            <a:pPr marL="504825" indent="-492125" algn="just" defTabSz="914400" eaLnBrk="1" hangingPunct="1">
              <a:lnSpc>
                <a:spcPts val="3025"/>
              </a:lnSpc>
              <a:spcBef>
                <a:spcPts val="475"/>
              </a:spcBef>
              <a:buFont typeface="Lucida Sans Unicode" panose="020B0602030504020204" pitchFamily="34" charset="0"/>
              <a:buChar char="□"/>
              <a:tabLst>
                <a:tab pos="504825" algn="l"/>
                <a:tab pos="2227580" algn="l"/>
                <a:tab pos="4403725" algn="l"/>
                <a:tab pos="4942205" algn="l"/>
                <a:tab pos="6307455" algn="l"/>
                <a:tab pos="7318375" algn="l"/>
                <a:tab pos="7837805" algn="l"/>
                <a:tab pos="9807575" algn="l"/>
                <a:tab pos="10502900" algn="l"/>
              </a:tabLst>
            </a:pPr>
            <a:endParaRPr lang="en-US" sz="2400" dirty="0"/>
          </a:p>
          <a:p>
            <a:pPr marL="504825" indent="-492125" algn="just" defTabSz="914400" eaLnBrk="1" hangingPunct="1">
              <a:lnSpc>
                <a:spcPts val="3025"/>
              </a:lnSpc>
              <a:spcBef>
                <a:spcPts val="475"/>
              </a:spcBef>
              <a:buFont typeface="Lucida Sans Unicode" panose="020B0602030504020204" pitchFamily="34" charset="0"/>
              <a:buChar char="□"/>
              <a:tabLst>
                <a:tab pos="504825" algn="l"/>
                <a:tab pos="2227580" algn="l"/>
                <a:tab pos="4403725" algn="l"/>
                <a:tab pos="4942205" algn="l"/>
                <a:tab pos="6307455" algn="l"/>
                <a:tab pos="7318375" algn="l"/>
                <a:tab pos="7837805" algn="l"/>
                <a:tab pos="9807575" algn="l"/>
                <a:tab pos="10502900" algn="l"/>
              </a:tabLst>
            </a:pPr>
            <a:r>
              <a:rPr lang="en-US" sz="2400" dirty="0"/>
              <a:t>Therefore, there is a need for an automated and intelligent machine learning–based image scene classification system that can accurately classify LULC categories from remote sensing images with improved reliability and efficiency. Such a system should handle large-scale data and capture complex spatial patterns effectively to support real-world applications.</a:t>
            </a:r>
            <a:endParaRPr lang="en-US" altLang="en-US" sz="2400" dirty="0">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7401" y="-19050"/>
            <a:ext cx="7772400" cy="228268"/>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lang="en-US" altLang="en-US" sz="1400" dirty="0">
                <a:solidFill>
                  <a:schemeClr val="bg1"/>
                </a:solidFill>
                <a:latin typeface="Times New Roman" panose="02020603050405020304" pitchFamily="18" charset="0"/>
                <a:ea typeface="+mj-ea"/>
                <a:cs typeface="Times New Roman" panose="02020603050405020304" pitchFamily="18" charset="0"/>
              </a:rPr>
              <a:t>Remote sensing Image scene Classification on LULC using ML</a:t>
            </a:r>
            <a:endParaRPr kumimoji="0" lang="en-US" sz="1500"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2291" name="object 3"/>
          <p:cNvGrpSpPr/>
          <p:nvPr/>
        </p:nvGrpSpPr>
        <p:grpSpPr>
          <a:xfrm>
            <a:off x="0" y="217488"/>
            <a:ext cx="12192000" cy="803275"/>
            <a:chOff x="0" y="216720"/>
            <a:chExt cx="12192000" cy="803275"/>
          </a:xfrm>
        </p:grpSpPr>
        <p:pic>
          <p:nvPicPr>
            <p:cNvPr id="12298"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2299"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a:spLocks noGrp="1"/>
          </p:cNvSpPr>
          <p:nvPr>
            <p:ph type="title"/>
          </p:nvPr>
        </p:nvSpPr>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tabLst>
                <a:tab pos="3145790" algn="l"/>
              </a:tabLst>
              <a:defRPr/>
            </a:pP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Objectives</a:t>
            </a:r>
            <a:r>
              <a:rPr kumimoji="0" sz="4400" b="0" i="0" u="none" strike="noStrike" kern="0" cap="none" spc="-6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25" normalizeH="0" baseline="0" noProof="0" dirty="0">
                <a:ln>
                  <a:noFill/>
                </a:ln>
                <a:solidFill>
                  <a:schemeClr val="bg1"/>
                </a:solidFill>
                <a:effectLst/>
                <a:uLnTx/>
                <a:uFillTx/>
                <a:latin typeface="Times New Roman" panose="02020603050405020304"/>
                <a:ea typeface="+mj-ea"/>
                <a:cs typeface="Times New Roman" panose="02020603050405020304"/>
              </a:rPr>
              <a:t>of</a:t>
            </a: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Project</a:t>
            </a:r>
          </a:p>
        </p:txBody>
      </p:sp>
      <p:sp>
        <p:nvSpPr>
          <p:cNvPr id="8" name="object 8"/>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40941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259638" y="6629400"/>
            <a:ext cx="4094163"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37285FAC-0E59-4888-B0BB-2D06E0981F05}"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6</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2297" name="object 7"/>
          <p:cNvSpPr txBox="1"/>
          <p:nvPr/>
        </p:nvSpPr>
        <p:spPr>
          <a:xfrm>
            <a:off x="288925" y="1144588"/>
            <a:ext cx="11618913" cy="3706143"/>
          </a:xfrm>
          <a:prstGeom prst="rect">
            <a:avLst/>
          </a:prstGeom>
          <a:noFill/>
          <a:ln w="9525">
            <a:noFill/>
          </a:ln>
        </p:spPr>
        <p:txBody>
          <a:bodyPr lIns="0" tIns="12700" rIns="0" bIns="0">
            <a:spAutoFit/>
          </a:bodyPr>
          <a:lstStyle/>
          <a:p>
            <a:pPr marL="12700" algn="just"/>
            <a:r>
              <a:rPr sz="2400" b="1" dirty="0">
                <a:latin typeface="Times New Roman" panose="02020603050405020304" pitchFamily="18" charset="0"/>
                <a:cs typeface="Times New Roman" panose="02020603050405020304" pitchFamily="18" charset="0"/>
              </a:rPr>
              <a:t>1</a:t>
            </a:r>
            <a:r>
              <a:rPr sz="2400"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Research Objective</a:t>
            </a:r>
          </a:p>
          <a:p>
            <a:pPr marL="12700" algn="just"/>
            <a:r>
              <a:rPr lang="en-US" sz="2400" dirty="0">
                <a:latin typeface="Times New Roman" panose="02020603050405020304" pitchFamily="18" charset="0"/>
                <a:cs typeface="Times New Roman" panose="02020603050405020304" pitchFamily="18" charset="0"/>
              </a:rPr>
              <a:t>To develop a machine learning–based model that classifies remote sensing images into different land use and land cover (LULC) categories by analyzing image features such as texture, color, spatial patterns, and spectral information.</a:t>
            </a:r>
          </a:p>
          <a:p>
            <a:pPr marL="12700" algn="just"/>
            <a:endParaRPr lang="en-US" sz="2400" dirty="0">
              <a:latin typeface="Times New Roman" panose="02020603050405020304" pitchFamily="18" charset="0"/>
              <a:cs typeface="Times New Roman" panose="02020603050405020304" pitchFamily="18" charset="0"/>
            </a:endParaRPr>
          </a:p>
          <a:p>
            <a:pPr marL="12700" algn="just"/>
            <a:r>
              <a:rPr lang="en-IN" sz="2400" b="1" dirty="0">
                <a:latin typeface="Times New Roman" panose="02020603050405020304" pitchFamily="18" charset="0"/>
                <a:cs typeface="Times New Roman" panose="02020603050405020304" pitchFamily="18" charset="0"/>
              </a:rPr>
              <a:t>2</a:t>
            </a:r>
            <a:r>
              <a:rPr sz="2400" b="1" dirty="0">
                <a:latin typeface="Times New Roman" panose="02020603050405020304" pitchFamily="18" charset="0"/>
                <a:cs typeface="Times New Roman" panose="02020603050405020304" pitchFamily="18" charset="0"/>
              </a:rPr>
              <a:t>. </a:t>
            </a:r>
            <a:r>
              <a:rPr lang="en-US" sz="2400" b="1" dirty="0"/>
              <a:t>Objectives of the ML-Based LULC Classification </a:t>
            </a:r>
          </a:p>
          <a:p>
            <a:pPr marL="12700" algn="just"/>
            <a:r>
              <a:rPr lang="en-US" sz="2400" dirty="0">
                <a:latin typeface="Times New Roman" panose="02020603050405020304" pitchFamily="18" charset="0"/>
                <a:cs typeface="Times New Roman" panose="02020603050405020304" pitchFamily="18" charset="0"/>
              </a:rPr>
              <a:t>To design a user-friendly system that allows users to upload remote sensing images and obtain accurate LULC scene classification results. To build an efficient ML model that improves classification accuracy and processes large datasets smoothly for practical and real-world applications.</a:t>
            </a:r>
            <a:endParaRPr lang="en-US" alt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7400" y="-19050"/>
            <a:ext cx="7242175" cy="228268"/>
          </a:xfrm>
          <a:prstGeom prst="rect">
            <a:avLst/>
          </a:prstGeom>
        </p:spPr>
        <p:txBody>
          <a:bodyPr wrap="square" lIns="0" tIns="12700" rIns="0" bIns="0">
            <a:spAutoFit/>
          </a:bodyPr>
          <a:lstStyle/>
          <a:p>
            <a:pPr marL="12700" marR="0" algn="ctr" defTabSz="914400" eaLnBrk="1" fontAlgn="auto" hangingPunct="1">
              <a:spcBef>
                <a:spcPts val="100"/>
              </a:spcBef>
              <a:spcAft>
                <a:spcPts val="0"/>
              </a:spcAft>
              <a:buClrTx/>
              <a:buSzTx/>
              <a:buFontTx/>
              <a:buNone/>
              <a:defRPr/>
            </a:pPr>
            <a:r>
              <a:rPr lang="en-US" altLang="en-US" sz="1400" dirty="0">
                <a:solidFill>
                  <a:schemeClr val="bg1"/>
                </a:solidFill>
                <a:latin typeface="Times New Roman" panose="02020603050405020304" pitchFamily="18" charset="0"/>
                <a:ea typeface="+mj-ea"/>
                <a:cs typeface="Times New Roman" panose="02020603050405020304" pitchFamily="18" charset="0"/>
              </a:rPr>
              <a:t>Remote sensing Image scene Classification on LULC using ML</a:t>
            </a:r>
            <a:endParaRPr kumimoji="0" lang="en-US" sz="1400" kern="0" cap="none" spc="0" normalizeH="0" baseline="0" noProof="0" dirty="0">
              <a:solidFill>
                <a:sysClr val="windowText" lastClr="000000"/>
              </a:solidFill>
              <a:latin typeface="Times New Roman" panose="02020603050405020304"/>
              <a:ea typeface="+mn-ea"/>
              <a:cs typeface="Times New Roman" panose="02020603050405020304"/>
            </a:endParaRPr>
          </a:p>
        </p:txBody>
      </p:sp>
      <p:grpSp>
        <p:nvGrpSpPr>
          <p:cNvPr id="13315" name="object 3"/>
          <p:cNvGrpSpPr/>
          <p:nvPr/>
        </p:nvGrpSpPr>
        <p:grpSpPr>
          <a:xfrm>
            <a:off x="0" y="209550"/>
            <a:ext cx="12192000" cy="803275"/>
            <a:chOff x="0" y="216720"/>
            <a:chExt cx="12192000" cy="803275"/>
          </a:xfrm>
        </p:grpSpPr>
        <p:pic>
          <p:nvPicPr>
            <p:cNvPr id="13322" name="object 4"/>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3323" name="object 5"/>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6" name="object 6"/>
          <p:cNvSpPr txBox="1"/>
          <p:nvPr/>
        </p:nvSpPr>
        <p:spPr>
          <a:xfrm>
            <a:off x="73025" y="209550"/>
            <a:ext cx="7242175" cy="1457325"/>
          </a:xfrm>
          <a:prstGeom prst="rect">
            <a:avLst/>
          </a:prstGeom>
        </p:spPr>
        <p:txBody>
          <a:bodyPr wrap="square" lIns="0" tIns="12700" rIns="0" bIns="0">
            <a:spAutoFit/>
          </a:bodyPr>
          <a:lstStyle/>
          <a:p>
            <a:pPr marL="12700" eaLnBrk="1" hangingPunct="1">
              <a:spcBef>
                <a:spcPts val="100"/>
              </a:spcBef>
              <a:buNone/>
            </a:pPr>
            <a:r>
              <a:rPr lang="zh-CN" altLang="x-none" sz="3600" dirty="0">
                <a:solidFill>
                  <a:schemeClr val="bg1"/>
                </a:solidFill>
                <a:latin typeface="Times New Roman" panose="02020603050405020304" pitchFamily="18" charset="0"/>
                <a:cs typeface="Times New Roman" panose="02020603050405020304" pitchFamily="18" charset="0"/>
              </a:rPr>
              <a:t>Literature survey for objectives</a:t>
            </a:r>
          </a:p>
          <a:p>
            <a:pPr marL="12700" eaLnBrk="1" hangingPunct="1">
              <a:spcBef>
                <a:spcPts val="225"/>
              </a:spcBef>
              <a:buNone/>
            </a:pPr>
            <a:endParaRPr lang="zh-CN" altLang="x-none" sz="2800" dirty="0">
              <a:solidFill>
                <a:srgbClr val="000000"/>
              </a:solidFill>
              <a:latin typeface="Times New Roman" panose="02020603050405020304" pitchFamily="18" charset="0"/>
              <a:cs typeface="Times New Roman" panose="02020603050405020304" pitchFamily="18" charset="0"/>
            </a:endParaRPr>
          </a:p>
          <a:p>
            <a:pPr marL="12700" eaLnBrk="1" hangingPunct="1">
              <a:buNone/>
            </a:pPr>
            <a:endParaRPr lang="zh-CN" altLang="x-none" sz="2800" dirty="0">
              <a:solidFill>
                <a:srgbClr val="000000"/>
              </a:solidFill>
              <a:latin typeface="Lucida Sans Unicode" panose="020B0602030504020204" pitchFamily="34" charset="0"/>
              <a:ea typeface="Lucida Sans Unicode" panose="020B0602030504020204" pitchFamily="34" charset="0"/>
            </a:endParaRPr>
          </a:p>
        </p:txBody>
      </p:sp>
      <p:sp>
        <p:nvSpPr>
          <p:cNvPr id="13317" name="Text Placeholder 3"/>
          <p:cNvSpPr>
            <a:spLocks noGrp="1"/>
          </p:cNvSpPr>
          <p:nvPr>
            <p:ph type="body" idx="1"/>
          </p:nvPr>
        </p:nvSpPr>
        <p:spPr>
          <a:xfrm>
            <a:off x="363220" y="1094105"/>
            <a:ext cx="11430000" cy="5238750"/>
          </a:xfrm>
          <a:ln/>
        </p:spPr>
        <p:txBody>
          <a:bodyPr vert="horz" wrap="square" lIns="0" tIns="0" rIns="0" bIns="0" anchor="t" anchorCtr="0">
            <a:noAutofit/>
          </a:bodyPr>
          <a:lstStyle/>
          <a:p>
            <a:pPr marL="342900" indent="-342900" algn="just">
              <a:buFont typeface="Arial" panose="020B0604020202020204" pitchFamily="34" charset="0"/>
              <a:buChar char="•"/>
            </a:pPr>
            <a:r>
              <a:rPr lang="en-US" sz="2000" b="1" dirty="0" err="1"/>
              <a:t>Afchar</a:t>
            </a:r>
            <a:r>
              <a:rPr lang="en-US" sz="2000" b="1" dirty="0"/>
              <a:t> et al. (2018) </a:t>
            </a:r>
            <a:r>
              <a:rPr lang="en-US" sz="2000" dirty="0"/>
              <a:t>proposed a</a:t>
            </a:r>
            <a:r>
              <a:rPr lang="en-US" sz="2000" b="1" dirty="0"/>
              <a:t> CNN-based approach for image classification</a:t>
            </a:r>
            <a:r>
              <a:rPr lang="en-US" sz="2000" dirty="0"/>
              <a:t>, showing that convolutional neural networks are effective in learning spatial and texture-based features from images. Their work demonstrates how image feature extraction can improve classification accuracy, which supports the objective of using image features for remote sensing image scene classification on </a:t>
            </a:r>
            <a:r>
              <a:rPr lang="en-US" sz="2000" b="1" dirty="0"/>
              <a:t>LULC</a:t>
            </a:r>
            <a:r>
              <a:rPr lang="en-US" sz="2000" dirty="0"/>
              <a:t>.</a:t>
            </a:r>
            <a:br>
              <a:rPr lang="en-US" sz="2000" dirty="0"/>
            </a:br>
            <a:r>
              <a:rPr lang="en-US" sz="2000" i="1" dirty="0"/>
              <a:t>Source</a:t>
            </a:r>
            <a:r>
              <a:rPr lang="en-US" sz="2000" dirty="0"/>
              <a:t>: </a:t>
            </a:r>
            <a:r>
              <a:rPr lang="en-US" sz="2000" i="1" dirty="0"/>
              <a:t>IEEE</a:t>
            </a:r>
            <a:r>
              <a:rPr lang="en-US" sz="2000" dirty="0"/>
              <a:t> </a:t>
            </a:r>
            <a:r>
              <a:rPr lang="en-US" sz="2000" i="1" dirty="0"/>
              <a:t>Xplore</a:t>
            </a:r>
          </a:p>
          <a:p>
            <a:pPr marL="342900" indent="-342900" algn="just">
              <a:buFont typeface="Arial" panose="020B0604020202020204" pitchFamily="34" charset="0"/>
              <a:buChar char="•"/>
            </a:pPr>
            <a:endParaRPr lang="en-US" altLang="en-US" sz="2000" i="1" dirty="0">
              <a:latin typeface="Times New Roman" panose="02020603050405020304" pitchFamily="18" charset="0"/>
              <a:ea typeface="Times New Roman" panose="02020603050405020304" pitchFamily="18" charset="0"/>
              <a:cs typeface="+mn-cs"/>
            </a:endParaRPr>
          </a:p>
          <a:p>
            <a:pPr marL="342900" indent="-342900" algn="just">
              <a:buFont typeface="Arial" panose="020B0604020202020204" pitchFamily="34" charset="0"/>
              <a:buChar char="•"/>
            </a:pPr>
            <a:r>
              <a:rPr lang="en-US" sz="2000" b="1" dirty="0"/>
              <a:t>Zhu et al. (2017) </a:t>
            </a:r>
            <a:r>
              <a:rPr lang="en-US" sz="2000" dirty="0"/>
              <a:t>discussed the use of </a:t>
            </a:r>
            <a:r>
              <a:rPr lang="en-US" sz="2000" b="1" dirty="0"/>
              <a:t>deep learning and machine learning</a:t>
            </a:r>
            <a:r>
              <a:rPr lang="en-US" sz="2000" dirty="0"/>
              <a:t> techniques for land use and land cover classification using remote sensing data. Their study showed that learning-based models outperform traditional methods, supporting the objective of applying ML techniques for accurate </a:t>
            </a:r>
            <a:r>
              <a:rPr lang="en-US" sz="2000" b="1" dirty="0"/>
              <a:t>LULC</a:t>
            </a:r>
            <a:r>
              <a:rPr lang="en-US" sz="2000" dirty="0"/>
              <a:t> classification.</a:t>
            </a:r>
          </a:p>
          <a:p>
            <a:pPr algn="just"/>
            <a:r>
              <a:rPr lang="en-US" sz="2000" i="1" dirty="0"/>
              <a:t>      Source: IEEE Xplore</a:t>
            </a:r>
          </a:p>
          <a:p>
            <a:pPr marL="342900" indent="-342900" algn="just">
              <a:buFont typeface="Arial" panose="020B0604020202020204" pitchFamily="34" charset="0"/>
              <a:buChar char="•"/>
            </a:pPr>
            <a:endParaRPr lang="en-US" altLang="en-US" sz="2000" b="1" i="1" dirty="0">
              <a:latin typeface="Times New Roman" panose="02020603050405020304" pitchFamily="18" charset="0"/>
              <a:ea typeface="Times New Roman" panose="02020603050405020304" pitchFamily="18" charset="0"/>
              <a:cs typeface="+mn-cs"/>
            </a:endParaRPr>
          </a:p>
          <a:p>
            <a:pPr marL="342900" indent="-342900" algn="just">
              <a:buFont typeface="Arial" panose="020B0604020202020204" pitchFamily="34" charset="0"/>
              <a:buChar char="•"/>
            </a:pPr>
            <a:r>
              <a:rPr lang="en-US" sz="2000" b="1" dirty="0"/>
              <a:t>Cheng et al. (2017) </a:t>
            </a:r>
            <a:r>
              <a:rPr lang="en-US" sz="2000" dirty="0"/>
              <a:t>highlighted that combining multiple feature representations such as spectral, spatial, and texture features improves scene classification performance in remote sensing images. This supports the objective of building an efficient and accurate </a:t>
            </a:r>
            <a:r>
              <a:rPr lang="en-US" sz="2000" b="1" dirty="0"/>
              <a:t>ML-based system for LULC</a:t>
            </a:r>
            <a:r>
              <a:rPr lang="en-US" sz="2000" dirty="0"/>
              <a:t> scene classification.</a:t>
            </a:r>
            <a:br>
              <a:rPr lang="en-US" sz="2000" dirty="0"/>
            </a:br>
            <a:r>
              <a:rPr lang="en-US" sz="2000" i="1" dirty="0"/>
              <a:t>Source: IEEE Access</a:t>
            </a:r>
            <a:endParaRPr lang="en-US" altLang="en-US" sz="2000" b="1" i="1" dirty="0">
              <a:latin typeface="Times New Roman" panose="02020603050405020304" pitchFamily="18" charset="0"/>
              <a:ea typeface="Times New Roman" panose="02020603050405020304" pitchFamily="18" charset="0"/>
              <a:cs typeface="+mn-cs"/>
            </a:endParaRPr>
          </a:p>
        </p:txBody>
      </p:sp>
      <p:sp>
        <p:nvSpPr>
          <p:cNvPr id="7" name="object 7"/>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8" name="object 8"/>
          <p:cNvSpPr txBox="1">
            <a:spLocks noGrp="1"/>
          </p:cNvSpPr>
          <p:nvPr>
            <p:ph type="dt" sz="half" idx="2"/>
          </p:nvPr>
        </p:nvSpPr>
        <p:spPr>
          <a:xfrm>
            <a:off x="1773238" y="6629400"/>
            <a:ext cx="4017963" cy="280988"/>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839735E-E8F9-414F-98D9-9436A0F3DAEC}"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7</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9" name="object 9"/>
          <p:cNvSpPr txBox="1"/>
          <p:nvPr/>
        </p:nvSpPr>
        <p:spPr>
          <a:xfrm>
            <a:off x="7146925" y="6629400"/>
            <a:ext cx="42068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7400" y="-19050"/>
            <a:ext cx="6553200" cy="228268"/>
          </a:xfrm>
          <a:prstGeom prst="rect">
            <a:avLst/>
          </a:prstGeom>
        </p:spPr>
        <p:txBody>
          <a:bodyPr wrap="square" lIns="0" tIns="12700" rIns="0" bIns="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Remote sensing Image scene Classification on LULC using ML</a:t>
            </a:r>
            <a:endParaRPr kumimoji="0" lang="en-US" sz="1500" b="0" i="0" u="none" strike="noStrike" kern="0" cap="none" spc="0" normalizeH="0" baseline="0" noProof="0" dirty="0">
              <a:ln>
                <a:noFill/>
              </a:ln>
              <a:solidFill>
                <a:sysClr val="windowText" lastClr="000000"/>
              </a:solidFill>
              <a:effectLst/>
              <a:uLnTx/>
              <a:uFillTx/>
              <a:latin typeface="Times New Roman" panose="02020603050405020304"/>
              <a:ea typeface="+mn-ea"/>
              <a:cs typeface="Times New Roman" panose="02020603050405020304"/>
            </a:endParaRPr>
          </a:p>
        </p:txBody>
      </p:sp>
      <p:grpSp>
        <p:nvGrpSpPr>
          <p:cNvPr id="14339" name="object 4"/>
          <p:cNvGrpSpPr/>
          <p:nvPr/>
        </p:nvGrpSpPr>
        <p:grpSpPr>
          <a:xfrm>
            <a:off x="0" y="234950"/>
            <a:ext cx="12192000" cy="803275"/>
            <a:chOff x="0" y="216720"/>
            <a:chExt cx="12192000" cy="803275"/>
          </a:xfrm>
        </p:grpSpPr>
        <p:pic>
          <p:nvPicPr>
            <p:cNvPr id="14346" name="object 5"/>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4347" name="object 6"/>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7" name="object 7"/>
          <p:cNvSpPr txBox="1">
            <a:spLocks noGrp="1"/>
          </p:cNvSpPr>
          <p:nvPr>
            <p:ph type="title"/>
          </p:nvPr>
        </p:nvSpPr>
        <p:spPr>
          <a:xfrm>
            <a:off x="73025" y="182563"/>
            <a:ext cx="3887788" cy="695325"/>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tabLst>
                <a:tab pos="2232025" algn="l"/>
              </a:tabLst>
              <a:defRPr/>
            </a:pP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Proposed</a:t>
            </a:r>
            <a:r>
              <a:rPr kumimoji="0" sz="4400" b="0" i="0" u="none" strike="noStrike" kern="0" cap="none" spc="0" normalizeH="0" baseline="0" noProof="0" dirty="0">
                <a:ln>
                  <a:noFill/>
                </a:ln>
                <a:solidFill>
                  <a:schemeClr val="bg1"/>
                </a:solidFill>
                <a:effectLst/>
                <a:uLnTx/>
                <a:uFillTx/>
                <a:latin typeface="Times New Roman" panose="02020603050405020304"/>
                <a:ea typeface="+mj-ea"/>
                <a:cs typeface="Times New Roman" panose="02020603050405020304"/>
              </a:rPr>
              <a:t>	</a:t>
            </a:r>
            <a:r>
              <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rPr>
              <a:t>System</a:t>
            </a:r>
          </a:p>
        </p:txBody>
      </p:sp>
      <p:sp>
        <p:nvSpPr>
          <p:cNvPr id="8" name="object 8"/>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p:cNvSpPr txBox="1">
            <a:spLocks noGrp="1"/>
          </p:cNvSpPr>
          <p:nvPr>
            <p:ph type="dt" sz="half" idx="2"/>
          </p:nvPr>
        </p:nvSpPr>
        <p:spPr>
          <a:xfrm>
            <a:off x="1773238" y="6629400"/>
            <a:ext cx="40179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7F29C2A7-B412-4608-BCDF-0A47B9ED3D08}"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8</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4345" name="Rectangle 5"/>
          <p:cNvSpPr/>
          <p:nvPr/>
        </p:nvSpPr>
        <p:spPr>
          <a:xfrm>
            <a:off x="228600" y="1038225"/>
            <a:ext cx="11658600" cy="5430953"/>
          </a:xfrm>
          <a:prstGeom prst="rect">
            <a:avLst/>
          </a:prstGeom>
          <a:noFill/>
          <a:ln w="9525">
            <a:noFill/>
          </a:ln>
        </p:spPr>
        <p:txBody>
          <a:bodyPr>
            <a:no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proposed system uses a machine learning model that analyzes remote sensing images to </a:t>
            </a:r>
            <a:r>
              <a:rPr lang="en-US" sz="2400" b="1" dirty="0">
                <a:latin typeface="Times New Roman" panose="02020603050405020304" pitchFamily="18" charset="0"/>
                <a:cs typeface="Times New Roman" panose="02020603050405020304" pitchFamily="18" charset="0"/>
              </a:rPr>
              <a:t>classify land use and land cover (LULC) </a:t>
            </a:r>
            <a:r>
              <a:rPr lang="en-US" sz="2400" dirty="0">
                <a:latin typeface="Times New Roman" panose="02020603050405020304" pitchFamily="18" charset="0"/>
                <a:cs typeface="Times New Roman" panose="02020603050405020304" pitchFamily="18" charset="0"/>
              </a:rPr>
              <a:t>scenes accurately.</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feature extraction or </a:t>
            </a:r>
            <a:r>
              <a:rPr lang="en-US" sz="2400" b="1" dirty="0">
                <a:latin typeface="Times New Roman" panose="02020603050405020304" pitchFamily="18" charset="0"/>
                <a:cs typeface="Times New Roman" panose="02020603050405020304" pitchFamily="18" charset="0"/>
              </a:rPr>
              <a:t>CNN</a:t>
            </a:r>
            <a:r>
              <a:rPr lang="en-US" sz="2400" dirty="0">
                <a:latin typeface="Times New Roman" panose="02020603050405020304" pitchFamily="18" charset="0"/>
                <a:cs typeface="Times New Roman" panose="02020603050405020304" pitchFamily="18" charset="0"/>
              </a:rPr>
              <a:t>-based model extracts important visual features such as texture, color, shape, patterns, and spectral information from the uploaded satellite image.</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preprocessing module improves the quality of input images by performing operations like resizing, normalization, and noise reduction to make feature extraction and classification more effective.</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extracted features are fed to an </a:t>
            </a:r>
            <a:r>
              <a:rPr lang="en-US" sz="2400" b="1" dirty="0">
                <a:latin typeface="Times New Roman" panose="02020603050405020304" pitchFamily="18" charset="0"/>
                <a:cs typeface="Times New Roman" panose="02020603050405020304" pitchFamily="18" charset="0"/>
              </a:rPr>
              <a:t>ML</a:t>
            </a:r>
            <a:r>
              <a:rPr lang="en-US" sz="2400" dirty="0">
                <a:latin typeface="Times New Roman" panose="02020603050405020304" pitchFamily="18" charset="0"/>
                <a:cs typeface="Times New Roman" panose="02020603050405020304" pitchFamily="18" charset="0"/>
              </a:rPr>
              <a:t> classifier to assign each image or image patch to the appropriate </a:t>
            </a:r>
            <a:r>
              <a:rPr lang="en-US" sz="2400" b="1" dirty="0">
                <a:latin typeface="Times New Roman" panose="02020603050405020304" pitchFamily="18" charset="0"/>
                <a:cs typeface="Times New Roman" panose="02020603050405020304" pitchFamily="18" charset="0"/>
              </a:rPr>
              <a:t>LULC</a:t>
            </a:r>
            <a:r>
              <a:rPr lang="en-US" sz="2400" dirty="0">
                <a:latin typeface="Times New Roman" panose="02020603050405020304" pitchFamily="18" charset="0"/>
                <a:cs typeface="Times New Roman" panose="02020603050405020304" pitchFamily="18" charset="0"/>
              </a:rPr>
              <a:t> class with improved accuracy.</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provides a simple and user-friendly interface, allowing users to upload remote sensing images and select the required area or tile for </a:t>
            </a:r>
            <a:r>
              <a:rPr lang="en-US" sz="2400" b="1" dirty="0">
                <a:latin typeface="Times New Roman" panose="02020603050405020304" pitchFamily="18" charset="0"/>
                <a:cs typeface="Times New Roman" panose="02020603050405020304" pitchFamily="18" charset="0"/>
              </a:rPr>
              <a:t>LULC</a:t>
            </a:r>
            <a:r>
              <a:rPr lang="en-US" sz="2400" dirty="0">
                <a:latin typeface="Times New Roman" panose="02020603050405020304" pitchFamily="18" charset="0"/>
                <a:cs typeface="Times New Roman" panose="02020603050405020304" pitchFamily="18" charset="0"/>
              </a:rPr>
              <a:t> classification.</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backend processes the input images and returns predicted </a:t>
            </a:r>
            <a:r>
              <a:rPr lang="en-US" sz="2400" b="1" dirty="0">
                <a:latin typeface="Times New Roman" panose="02020603050405020304" pitchFamily="18" charset="0"/>
                <a:cs typeface="Times New Roman" panose="02020603050405020304" pitchFamily="18" charset="0"/>
              </a:rPr>
              <a:t>LULC</a:t>
            </a:r>
            <a:r>
              <a:rPr lang="en-US" sz="2400" dirty="0">
                <a:latin typeface="Times New Roman" panose="02020603050405020304" pitchFamily="18" charset="0"/>
                <a:cs typeface="Times New Roman" panose="02020603050405020304" pitchFamily="18" charset="0"/>
              </a:rPr>
              <a:t> classes with confidence scores to support analysis and decision-making.</a:t>
            </a:r>
            <a:endParaRPr lang="en-US" alt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F8958-8EB0-9890-9B13-33C10AB0721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D5917C1-49A7-9689-D635-872D45A67BC4}"/>
              </a:ext>
            </a:extLst>
          </p:cNvPr>
          <p:cNvSpPr txBox="1"/>
          <p:nvPr/>
        </p:nvSpPr>
        <p:spPr>
          <a:xfrm>
            <a:off x="2057400" y="-19050"/>
            <a:ext cx="6553200" cy="228268"/>
          </a:xfrm>
          <a:prstGeom prst="rect">
            <a:avLst/>
          </a:prstGeom>
        </p:spPr>
        <p:txBody>
          <a:bodyPr wrap="square" lIns="0" tIns="12700" rIns="0" bIns="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Remote sensing Image scene Classification on LULC using ML</a:t>
            </a:r>
            <a:endParaRPr kumimoji="0" lang="en-US" sz="1500" b="0" i="0" u="none" strike="noStrike" kern="0" cap="none" spc="0" normalizeH="0" baseline="0" noProof="0" dirty="0">
              <a:ln>
                <a:noFill/>
              </a:ln>
              <a:solidFill>
                <a:sysClr val="windowText" lastClr="000000"/>
              </a:solidFill>
              <a:effectLst/>
              <a:uLnTx/>
              <a:uFillTx/>
              <a:latin typeface="Times New Roman" panose="02020603050405020304"/>
              <a:ea typeface="+mn-ea"/>
              <a:cs typeface="Times New Roman" panose="02020603050405020304"/>
            </a:endParaRPr>
          </a:p>
        </p:txBody>
      </p:sp>
      <p:grpSp>
        <p:nvGrpSpPr>
          <p:cNvPr id="14339" name="object 4">
            <a:extLst>
              <a:ext uri="{FF2B5EF4-FFF2-40B4-BE49-F238E27FC236}">
                <a16:creationId xmlns:a16="http://schemas.microsoft.com/office/drawing/2014/main" id="{B27F50B7-1144-3798-4244-6B3D43345882}"/>
              </a:ext>
            </a:extLst>
          </p:cNvPr>
          <p:cNvGrpSpPr/>
          <p:nvPr/>
        </p:nvGrpSpPr>
        <p:grpSpPr>
          <a:xfrm>
            <a:off x="0" y="228600"/>
            <a:ext cx="12192000" cy="805674"/>
            <a:chOff x="0" y="214206"/>
            <a:chExt cx="12192000" cy="805674"/>
          </a:xfrm>
        </p:grpSpPr>
        <p:pic>
          <p:nvPicPr>
            <p:cNvPr id="14346" name="object 5">
              <a:extLst>
                <a:ext uri="{FF2B5EF4-FFF2-40B4-BE49-F238E27FC236}">
                  <a16:creationId xmlns:a16="http://schemas.microsoft.com/office/drawing/2014/main" id="{F8AF17CC-9D11-E615-C868-8FFDECBE14F6}"/>
                </a:ext>
              </a:extLst>
            </p:cNvPr>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4347" name="object 6">
              <a:extLst>
                <a:ext uri="{FF2B5EF4-FFF2-40B4-BE49-F238E27FC236}">
                  <a16:creationId xmlns:a16="http://schemas.microsoft.com/office/drawing/2014/main" id="{D4F36DE7-6F42-13A7-A55F-85CAC9BD74A7}"/>
                </a:ext>
              </a:extLst>
            </p:cNvPr>
            <p:cNvSpPr/>
            <p:nvPr/>
          </p:nvSpPr>
          <p:spPr>
            <a:xfrm>
              <a:off x="0" y="214206"/>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7" name="object 7">
            <a:extLst>
              <a:ext uri="{FF2B5EF4-FFF2-40B4-BE49-F238E27FC236}">
                <a16:creationId xmlns:a16="http://schemas.microsoft.com/office/drawing/2014/main" id="{A899A221-DDEC-5811-CCAD-4479B139DC11}"/>
              </a:ext>
            </a:extLst>
          </p:cNvPr>
          <p:cNvSpPr txBox="1">
            <a:spLocks noGrp="1"/>
          </p:cNvSpPr>
          <p:nvPr>
            <p:ph type="title"/>
          </p:nvPr>
        </p:nvSpPr>
        <p:spPr>
          <a:xfrm>
            <a:off x="73025" y="182563"/>
            <a:ext cx="3887788" cy="695325"/>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tabLst>
                <a:tab pos="2232025" algn="l"/>
              </a:tabLst>
              <a:defRPr/>
            </a:pPr>
            <a:r>
              <a:rPr lang="en-IN" sz="4400" b="0" strike="noStrike" spc="-1" dirty="0">
                <a:solidFill>
                  <a:srgbClr val="FFFFFF"/>
                </a:solidFill>
                <a:latin typeface="Times New Roman" panose="02020603050405020304"/>
              </a:rPr>
              <a:t> Reference</a:t>
            </a:r>
            <a:r>
              <a:rPr lang="en-US" sz="4400" b="0" strike="noStrike" spc="-1" dirty="0">
                <a:solidFill>
                  <a:srgbClr val="FFFFFF"/>
                </a:solidFill>
                <a:latin typeface="Times New Roman" panose="02020603050405020304"/>
              </a:rPr>
              <a:t>s</a:t>
            </a:r>
            <a:endPar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endParaRPr>
          </a:p>
        </p:txBody>
      </p:sp>
      <p:sp>
        <p:nvSpPr>
          <p:cNvPr id="8" name="object 8">
            <a:extLst>
              <a:ext uri="{FF2B5EF4-FFF2-40B4-BE49-F238E27FC236}">
                <a16:creationId xmlns:a16="http://schemas.microsoft.com/office/drawing/2014/main" id="{2BA2EC26-51CB-1278-6646-18823A4B4E20}"/>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a:extLst>
              <a:ext uri="{FF2B5EF4-FFF2-40B4-BE49-F238E27FC236}">
                <a16:creationId xmlns:a16="http://schemas.microsoft.com/office/drawing/2014/main" id="{4432E33E-AEA6-C334-5AE4-60D42E9C0683}"/>
              </a:ext>
            </a:extLst>
          </p:cNvPr>
          <p:cNvSpPr txBox="1">
            <a:spLocks noGrp="1"/>
          </p:cNvSpPr>
          <p:nvPr>
            <p:ph type="dt" sz="half" idx="2"/>
          </p:nvPr>
        </p:nvSpPr>
        <p:spPr>
          <a:xfrm>
            <a:off x="1773238" y="6629400"/>
            <a:ext cx="40179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8E2D0780-C2F8-F667-52C1-6E3AAD316C8A}"/>
              </a:ext>
            </a:extLst>
          </p:cNvPr>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a:extLst>
              <a:ext uri="{FF2B5EF4-FFF2-40B4-BE49-F238E27FC236}">
                <a16:creationId xmlns:a16="http://schemas.microsoft.com/office/drawing/2014/main" id="{A467F9D1-0095-E53E-07AE-325F11910869}"/>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7F29C2A7-B412-4608-BCDF-0A47B9ED3D08}"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9</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4345" name="Rectangle 5">
            <a:extLst>
              <a:ext uri="{FF2B5EF4-FFF2-40B4-BE49-F238E27FC236}">
                <a16:creationId xmlns:a16="http://schemas.microsoft.com/office/drawing/2014/main" id="{2481CFBC-F9E2-AC48-E397-3EA4C6FDEBD2}"/>
              </a:ext>
            </a:extLst>
          </p:cNvPr>
          <p:cNvSpPr/>
          <p:nvPr/>
        </p:nvSpPr>
        <p:spPr>
          <a:xfrm>
            <a:off x="457200" y="1038225"/>
            <a:ext cx="11430000" cy="5179695"/>
          </a:xfrm>
          <a:prstGeom prst="rect">
            <a:avLst/>
          </a:prstGeom>
          <a:noFill/>
          <a:ln w="9525">
            <a:noFill/>
          </a:ln>
        </p:spPr>
        <p:txBody>
          <a:bodyPr>
            <a:noAutofit/>
          </a:bodyPr>
          <a:lstStyle/>
          <a:p>
            <a:pPr marL="457200" indent="-457200" algn="just">
              <a:lnSpc>
                <a:spcPct val="90000"/>
              </a:lnSpc>
              <a:spcBef>
                <a:spcPts val="1000"/>
              </a:spcBef>
              <a:buFont typeface="+mj-lt"/>
              <a:buAutoNum type="arabicPeriod"/>
              <a:tabLst>
                <a:tab pos="0" algn="l"/>
              </a:tabLst>
            </a:pPr>
            <a:r>
              <a:rPr lang="en-IN"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J. A. Richards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X. Jia</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Remote Sensing Digital Image Analysis: An Introduction</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Springer</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5th Edition</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2013</a:t>
            </a:r>
            <a:r>
              <a:rPr lang="en-US" sz="2000" dirty="0">
                <a:latin typeface="Times New Roman" panose="02020603050405020304" pitchFamily="18" charset="0"/>
                <a:cs typeface="Times New Roman" panose="02020603050405020304" pitchFamily="18" charset="0"/>
              </a:rPr>
              <a:t>.</a:t>
            </a:r>
          </a:p>
          <a:p>
            <a:pPr marL="577850" indent="-577850" algn="just">
              <a:lnSpc>
                <a:spcPct val="90000"/>
              </a:lnSpc>
              <a:spcBef>
                <a:spcPts val="1000"/>
              </a:spcBef>
              <a:buFont typeface="+mj-lt"/>
              <a:buAutoNum type="arabicPeriod"/>
              <a:tabLst>
                <a:tab pos="0" algn="l"/>
              </a:tabLst>
            </a:pPr>
            <a:endParaRPr lang="en-US" sz="2000" spc="-1" dirty="0">
              <a:solidFill>
                <a:srgbClr val="000000"/>
              </a:solidFill>
              <a:latin typeface="Times New Roman" panose="02020603050405020304" pitchFamily="18" charset="0"/>
              <a:cs typeface="Times New Roman" panose="02020603050405020304" pitchFamily="18" charset="0"/>
            </a:endParaRPr>
          </a:p>
          <a:p>
            <a:pPr marL="457200" indent="-457200" algn="just">
              <a:lnSpc>
                <a:spcPct val="90000"/>
              </a:lnSpc>
              <a:spcBef>
                <a:spcPts val="1000"/>
              </a:spcBef>
              <a:buFont typeface="+mj-lt"/>
              <a:buAutoNum type="arabicPeriod"/>
              <a:tabLst>
                <a:tab pos="0" algn="l"/>
              </a:tabLst>
            </a:pPr>
            <a:r>
              <a:rPr lang="en-IN"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G. </a:t>
            </a:r>
            <a:r>
              <a:rPr lang="en-US" sz="2000" b="1" dirty="0" err="1">
                <a:latin typeface="Times New Roman" panose="02020603050405020304" pitchFamily="18" charset="0"/>
                <a:cs typeface="Times New Roman" panose="02020603050405020304" pitchFamily="18" charset="0"/>
              </a:rPr>
              <a:t>Mountrakis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J. </a:t>
            </a:r>
            <a:r>
              <a:rPr lang="en-US" sz="2000" b="1" dirty="0" err="1">
                <a:latin typeface="Times New Roman" panose="02020603050405020304" pitchFamily="18" charset="0"/>
                <a:cs typeface="Times New Roman" panose="02020603050405020304" pitchFamily="18" charset="0"/>
              </a:rPr>
              <a:t>Im</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C. </a:t>
            </a:r>
            <a:r>
              <a:rPr lang="en-US" sz="2000" b="1" dirty="0" err="1">
                <a:latin typeface="Times New Roman" panose="02020603050405020304" pitchFamily="18" charset="0"/>
                <a:cs typeface="Times New Roman" panose="02020603050405020304" pitchFamily="18" charset="0"/>
              </a:rPr>
              <a:t>Ogole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Support Vector Machines in Remote Sensing: A Review</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ISPRS Journal of Photogrammetry and Remote Sensing</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vol. 66</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no. 3</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pp. 247–259</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2011</a:t>
            </a:r>
            <a:r>
              <a:rPr lang="en-US" sz="2000" dirty="0">
                <a:latin typeface="Times New Roman" panose="02020603050405020304" pitchFamily="18" charset="0"/>
                <a:cs typeface="Times New Roman" panose="02020603050405020304" pitchFamily="18" charset="0"/>
              </a:rPr>
              <a:t>.</a:t>
            </a:r>
          </a:p>
          <a:p>
            <a:pPr marL="577850" indent="-577850" algn="just">
              <a:lnSpc>
                <a:spcPct val="90000"/>
              </a:lnSpc>
              <a:spcBef>
                <a:spcPts val="1000"/>
              </a:spcBef>
              <a:buFont typeface="+mj-lt"/>
              <a:buAutoNum type="arabicPeriod"/>
              <a:tabLst>
                <a:tab pos="0" algn="l"/>
              </a:tabLst>
            </a:pPr>
            <a:endParaRPr lang="en-IN" sz="2000" b="0" strike="noStrike" spc="-1" dirty="0">
              <a:solidFill>
                <a:srgbClr val="000000"/>
              </a:solidFill>
              <a:latin typeface="Times New Roman" panose="02020603050405020304" pitchFamily="18" charset="0"/>
              <a:cs typeface="Times New Roman" panose="02020603050405020304" pitchFamily="18" charset="0"/>
            </a:endParaRPr>
          </a:p>
          <a:p>
            <a:pPr marL="457200" indent="-457200" algn="just">
              <a:lnSpc>
                <a:spcPct val="90000"/>
              </a:lnSpc>
              <a:spcBef>
                <a:spcPts val="1000"/>
              </a:spcBef>
              <a:buFont typeface="+mj-lt"/>
              <a:buAutoNum type="arabicPeriod"/>
              <a:tabLst>
                <a:tab pos="0" algn="l"/>
              </a:tabLst>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G. Cheng</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C. Yang</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X. Yao</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L. Guo</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J. Han</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Remote Sensing Image Scene Classification</a:t>
            </a:r>
            <a:r>
              <a:rPr lang="en-IN" sz="2000" dirty="0">
                <a:latin typeface="Times New Roman" panose="02020603050405020304" pitchFamily="18" charset="0"/>
                <a:cs typeface="Times New Roman" panose="02020603050405020304" pitchFamily="18" charset="0"/>
              </a:rPr>
              <a:t> via </a:t>
            </a:r>
            <a:r>
              <a:rPr lang="en-IN" sz="2000" b="1" dirty="0">
                <a:latin typeface="Times New Roman" panose="02020603050405020304" pitchFamily="18" charset="0"/>
                <a:cs typeface="Times New Roman" panose="02020603050405020304" pitchFamily="18" charset="0"/>
              </a:rPr>
              <a:t>Learning Discriminative CNNs</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IEEE Transactions on Geoscience and Remote Sensing</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vol. 56</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no. 5</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pp. 2811–2821</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2018</a:t>
            </a:r>
            <a:r>
              <a:rPr lang="en-IN"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1494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B6536-5F1F-FC07-97FE-78276D73D35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C4D8EC6-11A7-408D-8A9E-8520A10F025C}"/>
              </a:ext>
            </a:extLst>
          </p:cNvPr>
          <p:cNvSpPr txBox="1"/>
          <p:nvPr/>
        </p:nvSpPr>
        <p:spPr>
          <a:xfrm>
            <a:off x="2057400" y="-19050"/>
            <a:ext cx="6553200" cy="228268"/>
          </a:xfrm>
          <a:prstGeom prst="rect">
            <a:avLst/>
          </a:prstGeom>
        </p:spPr>
        <p:txBody>
          <a:bodyPr wrap="square" lIns="0" tIns="12700" rIns="0" bIns="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Remote sensing Image scene Classification on LULC using ML</a:t>
            </a:r>
            <a:endParaRPr kumimoji="0" lang="en-US" sz="1500" b="0" i="0" u="none" strike="noStrike" kern="0" cap="none" spc="0" normalizeH="0" baseline="0" noProof="0" dirty="0">
              <a:ln>
                <a:noFill/>
              </a:ln>
              <a:solidFill>
                <a:sysClr val="windowText" lastClr="000000"/>
              </a:solidFill>
              <a:effectLst/>
              <a:uLnTx/>
              <a:uFillTx/>
              <a:latin typeface="Times New Roman" panose="02020603050405020304"/>
              <a:ea typeface="+mn-ea"/>
              <a:cs typeface="Times New Roman" panose="02020603050405020304"/>
            </a:endParaRPr>
          </a:p>
        </p:txBody>
      </p:sp>
      <p:grpSp>
        <p:nvGrpSpPr>
          <p:cNvPr id="14339" name="object 4">
            <a:extLst>
              <a:ext uri="{FF2B5EF4-FFF2-40B4-BE49-F238E27FC236}">
                <a16:creationId xmlns:a16="http://schemas.microsoft.com/office/drawing/2014/main" id="{81E29643-4568-8DA0-E721-7D2B9C7BB842}"/>
              </a:ext>
            </a:extLst>
          </p:cNvPr>
          <p:cNvGrpSpPr/>
          <p:nvPr/>
        </p:nvGrpSpPr>
        <p:grpSpPr>
          <a:xfrm>
            <a:off x="0" y="234950"/>
            <a:ext cx="12192000" cy="803275"/>
            <a:chOff x="0" y="216720"/>
            <a:chExt cx="12192000" cy="803275"/>
          </a:xfrm>
        </p:grpSpPr>
        <p:pic>
          <p:nvPicPr>
            <p:cNvPr id="14346" name="object 5">
              <a:extLst>
                <a:ext uri="{FF2B5EF4-FFF2-40B4-BE49-F238E27FC236}">
                  <a16:creationId xmlns:a16="http://schemas.microsoft.com/office/drawing/2014/main" id="{1A29120B-3EF6-276F-EB1A-36F264D6C4D1}"/>
                </a:ext>
              </a:extLst>
            </p:cNvPr>
            <p:cNvPicPr>
              <a:picLocks noChangeAspect="1"/>
            </p:cNvPicPr>
            <p:nvPr/>
          </p:nvPicPr>
          <p:blipFill>
            <a:blip r:embed="rId2"/>
            <a:stretch>
              <a:fillRect/>
            </a:stretch>
          </p:blipFill>
          <p:spPr>
            <a:xfrm>
              <a:off x="0" y="216720"/>
              <a:ext cx="12192000" cy="803160"/>
            </a:xfrm>
            <a:prstGeom prst="rect">
              <a:avLst/>
            </a:prstGeom>
            <a:noFill/>
            <a:ln w="9525">
              <a:noFill/>
            </a:ln>
          </p:spPr>
        </p:pic>
        <p:sp>
          <p:nvSpPr>
            <p:cNvPr id="14347" name="object 6">
              <a:extLst>
                <a:ext uri="{FF2B5EF4-FFF2-40B4-BE49-F238E27FC236}">
                  <a16:creationId xmlns:a16="http://schemas.microsoft.com/office/drawing/2014/main" id="{545901DF-27F4-74EA-0AD7-DFEEBBC03961}"/>
                </a:ext>
              </a:extLst>
            </p:cNvPr>
            <p:cNvSpPr/>
            <p:nvPr/>
          </p:nvSpPr>
          <p:spPr>
            <a:xfrm>
              <a:off x="0" y="232920"/>
              <a:ext cx="12192000" cy="715010"/>
            </a:xfrm>
            <a:custGeom>
              <a:avLst/>
              <a:gdLst/>
              <a:ahLst/>
              <a:cxnLst>
                <a:cxn ang="0">
                  <a:pos x="12191759" y="714599"/>
                </a:cxn>
                <a:cxn ang="0">
                  <a:pos x="0" y="714599"/>
                </a:cxn>
                <a:cxn ang="0">
                  <a:pos x="0" y="0"/>
                </a:cxn>
                <a:cxn ang="0">
                  <a:pos x="12191759" y="0"/>
                </a:cxn>
                <a:cxn ang="0">
                  <a:pos x="12191759" y="714599"/>
                </a:cxn>
              </a:cxnLst>
              <a:rect l="0" t="0" r="0" b="0"/>
              <a:pathLst>
                <a:path w="12192000" h="715010">
                  <a:moveTo>
                    <a:pt x="12191759" y="714599"/>
                  </a:moveTo>
                  <a:lnTo>
                    <a:pt x="0" y="714599"/>
                  </a:lnTo>
                  <a:lnTo>
                    <a:pt x="0" y="0"/>
                  </a:lnTo>
                  <a:lnTo>
                    <a:pt x="12191759" y="0"/>
                  </a:lnTo>
                  <a:lnTo>
                    <a:pt x="12191759" y="714599"/>
                  </a:lnTo>
                  <a:close/>
                </a:path>
              </a:pathLst>
            </a:custGeom>
            <a:solidFill>
              <a:srgbClr val="FF6600">
                <a:alpha val="100000"/>
              </a:srgbClr>
            </a:solidFill>
            <a:ln w="9525">
              <a:noFill/>
            </a:ln>
          </p:spPr>
          <p:txBody>
            <a:bodyPr/>
            <a:lstStyle/>
            <a:p>
              <a:endParaRPr lang="en-US"/>
            </a:p>
          </p:txBody>
        </p:sp>
      </p:grpSp>
      <p:sp>
        <p:nvSpPr>
          <p:cNvPr id="7" name="object 7">
            <a:extLst>
              <a:ext uri="{FF2B5EF4-FFF2-40B4-BE49-F238E27FC236}">
                <a16:creationId xmlns:a16="http://schemas.microsoft.com/office/drawing/2014/main" id="{689D05F4-C823-FEE3-7FCE-8C83F6273BDE}"/>
              </a:ext>
            </a:extLst>
          </p:cNvPr>
          <p:cNvSpPr txBox="1">
            <a:spLocks noGrp="1"/>
          </p:cNvSpPr>
          <p:nvPr>
            <p:ph type="title"/>
          </p:nvPr>
        </p:nvSpPr>
        <p:spPr>
          <a:xfrm>
            <a:off x="73024" y="182563"/>
            <a:ext cx="8918575" cy="689932"/>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tabLst>
                <a:tab pos="2232025" algn="l"/>
              </a:tabLst>
              <a:defRPr/>
            </a:pPr>
            <a:r>
              <a:rPr lang="en-IN" sz="4400" b="0" strike="noStrike" spc="-1" dirty="0">
                <a:solidFill>
                  <a:srgbClr val="FFFFFF"/>
                </a:solidFill>
                <a:latin typeface="Times New Roman" panose="02020603050405020304"/>
              </a:rPr>
              <a:t>Git Hub Dashboards of each student</a:t>
            </a:r>
            <a:endParaRPr kumimoji="0" sz="4400" b="0" i="0" u="none" strike="noStrike" kern="0" cap="none" spc="-10" normalizeH="0" baseline="0" noProof="0" dirty="0">
              <a:ln>
                <a:noFill/>
              </a:ln>
              <a:solidFill>
                <a:schemeClr val="bg1"/>
              </a:solidFill>
              <a:effectLst/>
              <a:uLnTx/>
              <a:uFillTx/>
              <a:latin typeface="Times New Roman" panose="02020603050405020304"/>
              <a:ea typeface="+mj-ea"/>
              <a:cs typeface="Times New Roman" panose="02020603050405020304"/>
            </a:endParaRPr>
          </a:p>
        </p:txBody>
      </p:sp>
      <p:sp>
        <p:nvSpPr>
          <p:cNvPr id="8" name="object 8">
            <a:extLst>
              <a:ext uri="{FF2B5EF4-FFF2-40B4-BE49-F238E27FC236}">
                <a16:creationId xmlns:a16="http://schemas.microsoft.com/office/drawing/2014/main" id="{F40324FE-A627-43F5-0F2F-EC5688487D71}"/>
              </a:ext>
            </a:extLst>
          </p:cNvPr>
          <p:cNvSpPr txBox="1">
            <a:spLocks noGrp="1"/>
          </p:cNvSpPr>
          <p:nvPr>
            <p:ph type="ftr" sz="quarter" idx="3"/>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altLang="zh-CN" sz="1600" dirty="0">
                <a:solidFill>
                  <a:schemeClr val="bg1"/>
                </a:solidFill>
                <a:latin typeface="Times New Roman" panose="02020603050405020304" pitchFamily="18" charset="0"/>
                <a:ea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9" name="object 9">
            <a:extLst>
              <a:ext uri="{FF2B5EF4-FFF2-40B4-BE49-F238E27FC236}">
                <a16:creationId xmlns:a16="http://schemas.microsoft.com/office/drawing/2014/main" id="{D5025467-EBC3-F06B-B421-163C6926622B}"/>
              </a:ext>
            </a:extLst>
          </p:cNvPr>
          <p:cNvSpPr txBox="1">
            <a:spLocks noGrp="1"/>
          </p:cNvSpPr>
          <p:nvPr>
            <p:ph type="dt" sz="half" idx="2"/>
          </p:nvPr>
        </p:nvSpPr>
        <p:spPr>
          <a:xfrm>
            <a:off x="1773238" y="6629400"/>
            <a:ext cx="4017963" cy="250825"/>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10" name="object 10">
            <a:extLst>
              <a:ext uri="{FF2B5EF4-FFF2-40B4-BE49-F238E27FC236}">
                <a16:creationId xmlns:a16="http://schemas.microsoft.com/office/drawing/2014/main" id="{88997A84-68E5-697A-FACA-5894093A9184}"/>
              </a:ext>
            </a:extLst>
          </p:cNvPr>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11" name="object 11">
            <a:extLst>
              <a:ext uri="{FF2B5EF4-FFF2-40B4-BE49-F238E27FC236}">
                <a16:creationId xmlns:a16="http://schemas.microsoft.com/office/drawing/2014/main" id="{204671C6-CF3C-3EAB-E49E-196A2E98ADB4}"/>
              </a:ext>
            </a:extLst>
          </p:cNvPr>
          <p:cNvSpPr txBox="1">
            <a:spLocks noGrp="1"/>
          </p:cNvSpPr>
          <p:nvPr>
            <p:ph type="sldNum" sz="quarter" idx="4"/>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7F29C2A7-B412-4608-BCDF-0A47B9ED3D08}"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10</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14345" name="Rectangle 5">
            <a:extLst>
              <a:ext uri="{FF2B5EF4-FFF2-40B4-BE49-F238E27FC236}">
                <a16:creationId xmlns:a16="http://schemas.microsoft.com/office/drawing/2014/main" id="{F2F46E9F-5011-B742-8E38-80DA4081776B}"/>
              </a:ext>
            </a:extLst>
          </p:cNvPr>
          <p:cNvSpPr/>
          <p:nvPr/>
        </p:nvSpPr>
        <p:spPr>
          <a:xfrm>
            <a:off x="457200" y="1038225"/>
            <a:ext cx="11430000" cy="5179695"/>
          </a:xfrm>
          <a:prstGeom prst="rect">
            <a:avLst/>
          </a:prstGeom>
          <a:noFill/>
          <a:ln w="9525">
            <a:noFill/>
          </a:ln>
        </p:spPr>
        <p:txBody>
          <a:bodyPr>
            <a:noAutofit/>
          </a:bodyPr>
          <a:lstStyle/>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E7183FF-0E08-4540-5CCC-26F3443BF3A9}"/>
              </a:ext>
            </a:extLst>
          </p:cNvPr>
          <p:cNvSpPr txBox="1"/>
          <p:nvPr/>
        </p:nvSpPr>
        <p:spPr>
          <a:xfrm>
            <a:off x="228600" y="6147589"/>
            <a:ext cx="10439400" cy="369332"/>
          </a:xfrm>
          <a:prstGeom prst="rect">
            <a:avLst/>
          </a:prstGeom>
          <a:noFill/>
        </p:spPr>
        <p:txBody>
          <a:bodyPr wrap="square" rtlCol="0">
            <a:spAutoFit/>
          </a:bodyPr>
          <a:lstStyle/>
          <a:p>
            <a:r>
              <a:rPr lang="en-IN" dirty="0"/>
              <a:t>LINK:-  </a:t>
            </a:r>
            <a:r>
              <a:rPr lang="en-US" dirty="0">
                <a:hlinkClick r:id="rId3"/>
              </a:rPr>
              <a:t>Gowri-</a:t>
            </a:r>
            <a:r>
              <a:rPr lang="en-US" dirty="0" err="1">
                <a:hlinkClick r:id="rId3"/>
              </a:rPr>
              <a:t>jinka</a:t>
            </a:r>
            <a:r>
              <a:rPr lang="en-US" dirty="0">
                <a:hlinkClick r:id="rId3"/>
              </a:rPr>
              <a:t>/CSE-2022-26-BATCH-A19</a:t>
            </a:r>
            <a:endParaRPr lang="en-IN" dirty="0"/>
          </a:p>
        </p:txBody>
      </p:sp>
      <p:pic>
        <p:nvPicPr>
          <p:cNvPr id="5" name="Picture 4" descr="A screenshot of a computer&#10;&#10;AI-generated content may be incorrect.">
            <a:extLst>
              <a:ext uri="{FF2B5EF4-FFF2-40B4-BE49-F238E27FC236}">
                <a16:creationId xmlns:a16="http://schemas.microsoft.com/office/drawing/2014/main" id="{9CAABC92-C88C-5E96-826E-38F964C0952B}"/>
              </a:ext>
            </a:extLst>
          </p:cNvPr>
          <p:cNvPicPr>
            <a:picLocks noChangeAspect="1"/>
          </p:cNvPicPr>
          <p:nvPr/>
        </p:nvPicPr>
        <p:blipFill>
          <a:blip r:embed="rId4"/>
          <a:stretch>
            <a:fillRect/>
          </a:stretch>
        </p:blipFill>
        <p:spPr>
          <a:xfrm>
            <a:off x="457200" y="1150589"/>
            <a:ext cx="11144865" cy="4884521"/>
          </a:xfrm>
          <a:prstGeom prst="rect">
            <a:avLst/>
          </a:prstGeom>
        </p:spPr>
      </p:pic>
    </p:spTree>
    <p:extLst>
      <p:ext uri="{BB962C8B-B14F-4D97-AF65-F5344CB8AC3E}">
        <p14:creationId xmlns:p14="http://schemas.microsoft.com/office/powerpoint/2010/main" val="1016089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object 2"/>
          <p:cNvSpPr/>
          <p:nvPr/>
        </p:nvSpPr>
        <p:spPr>
          <a:xfrm>
            <a:off x="0" y="0"/>
            <a:ext cx="12192000" cy="233363"/>
          </a:xfrm>
          <a:custGeom>
            <a:avLst/>
            <a:gdLst/>
            <a:ahLst/>
            <a:cxnLst>
              <a:cxn ang="0">
                <a:pos x="12191759" y="233194"/>
              </a:cxn>
              <a:cxn ang="0">
                <a:pos x="0" y="233194"/>
              </a:cxn>
              <a:cxn ang="0">
                <a:pos x="0" y="0"/>
              </a:cxn>
              <a:cxn ang="0">
                <a:pos x="12191759" y="0"/>
              </a:cxn>
              <a:cxn ang="0">
                <a:pos x="12191759" y="233194"/>
              </a:cxn>
            </a:cxnLst>
            <a:rect l="0" t="0" r="0" b="0"/>
            <a:pathLst>
              <a:path w="12192000" h="233045">
                <a:moveTo>
                  <a:pt x="12191759" y="232559"/>
                </a:moveTo>
                <a:lnTo>
                  <a:pt x="0" y="232559"/>
                </a:lnTo>
                <a:lnTo>
                  <a:pt x="0" y="0"/>
                </a:lnTo>
                <a:lnTo>
                  <a:pt x="12191759" y="0"/>
                </a:lnTo>
                <a:lnTo>
                  <a:pt x="12191759" y="232559"/>
                </a:lnTo>
                <a:close/>
              </a:path>
            </a:pathLst>
          </a:custGeom>
          <a:solidFill>
            <a:srgbClr val="006666">
              <a:alpha val="100000"/>
            </a:srgbClr>
          </a:solidFill>
          <a:ln w="9525">
            <a:noFill/>
          </a:ln>
        </p:spPr>
        <p:txBody>
          <a:bodyPr/>
          <a:lstStyle/>
          <a:p>
            <a:endParaRPr lang="en-US"/>
          </a:p>
        </p:txBody>
      </p:sp>
      <p:sp>
        <p:nvSpPr>
          <p:cNvPr id="3" name="object 3"/>
          <p:cNvSpPr txBox="1"/>
          <p:nvPr/>
        </p:nvSpPr>
        <p:spPr>
          <a:xfrm>
            <a:off x="1773238" y="-19050"/>
            <a:ext cx="8208963" cy="228268"/>
          </a:xfrm>
          <a:prstGeom prst="rect">
            <a:avLst/>
          </a:prstGeom>
        </p:spPr>
        <p:txBody>
          <a:bodyPr wrap="square" lIns="0" tIns="12700" rIns="0" bIns="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altLang="en-US" sz="14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Remote sensing Image scene Classification on LULC using ML</a:t>
            </a:r>
            <a:endParaRPr kumimoji="0" lang="en-US" sz="1500" b="0" i="0" u="none" strike="noStrike" kern="0" cap="none" spc="0" normalizeH="0" baseline="0" noProof="0" dirty="0">
              <a:ln>
                <a:noFill/>
              </a:ln>
              <a:solidFill>
                <a:sysClr val="windowText" lastClr="000000"/>
              </a:solidFill>
              <a:effectLst/>
              <a:uLnTx/>
              <a:uFillTx/>
              <a:latin typeface="Times New Roman" panose="02020603050405020304"/>
              <a:ea typeface="+mn-ea"/>
              <a:cs typeface="Times New Roman" panose="02020603050405020304"/>
            </a:endParaRPr>
          </a:p>
        </p:txBody>
      </p:sp>
      <p:sp>
        <p:nvSpPr>
          <p:cNvPr id="5" name="object 5"/>
          <p:cNvSpPr txBox="1">
            <a:spLocks noGrp="1"/>
          </p:cNvSpPr>
          <p:nvPr>
            <p:ph type="ftr" sz="quarter" idx="10"/>
          </p:nvPr>
        </p:nvSpPr>
        <p:spPr>
          <a:xfrm>
            <a:off x="149225" y="6629400"/>
            <a:ext cx="635000" cy="243656"/>
          </a:xfrm>
          <a:noFill/>
        </p:spPr>
        <p:txBody>
          <a:bodyPr vert="horz" wrap="square" lIns="0" tIns="0" rIns="0" bIns="0" rtlCol="0">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12700" lvl="0" indent="0" eaLnBrk="1" hangingPunct="1">
              <a:lnSpc>
                <a:spcPts val="1850"/>
              </a:lnSpc>
              <a:buNone/>
            </a:pPr>
            <a:r>
              <a:rPr lang="en-IN" sz="1600" dirty="0">
                <a:solidFill>
                  <a:schemeClr val="bg1"/>
                </a:solidFill>
                <a:latin typeface="Times New Roman" panose="02020603050405020304" pitchFamily="18" charset="0"/>
                <a:cs typeface="Times New Roman" panose="02020603050405020304" pitchFamily="18" charset="0"/>
              </a:rPr>
              <a:t>A-19</a:t>
            </a:r>
            <a:endParaRPr lang="zh-CN" altLang="x-none" sz="1600" dirty="0">
              <a:solidFill>
                <a:schemeClr val="bg1"/>
              </a:solidFill>
              <a:latin typeface="Times New Roman" panose="02020603050405020304" pitchFamily="18" charset="0"/>
              <a:ea typeface="Times New Roman" panose="02020603050405020304" pitchFamily="18" charset="0"/>
            </a:endParaRPr>
          </a:p>
        </p:txBody>
      </p:sp>
      <p:sp>
        <p:nvSpPr>
          <p:cNvPr id="6" name="object 6"/>
          <p:cNvSpPr txBox="1">
            <a:spLocks noGrp="1"/>
          </p:cNvSpPr>
          <p:nvPr>
            <p:ph type="dt" sz="half" idx="11"/>
          </p:nvPr>
        </p:nvSpPr>
        <p:spPr>
          <a:xfrm>
            <a:off x="1773238" y="6629400"/>
            <a:ext cx="4322763" cy="228600"/>
          </a:xfrm>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r>
              <a:rPr kumimoji="0" sz="1600" b="0" i="0" u="none" strike="noStrike" kern="0" cap="small" spc="-75" normalizeH="0" baseline="0" noProof="0" dirty="0">
                <a:ln>
                  <a:noFill/>
                </a:ln>
                <a:solidFill>
                  <a:schemeClr val="bg1"/>
                </a:solidFill>
                <a:effectLst/>
                <a:uLnTx/>
                <a:uFillTx/>
                <a:latin typeface="Times New Roman" panose="02020603050405020304"/>
                <a:ea typeface="+mn-ea"/>
                <a:cs typeface="Times New Roman" panose="02020603050405020304"/>
              </a:rPr>
              <a:t>Dept.</a:t>
            </a:r>
            <a:r>
              <a:rPr kumimoji="0" sz="1600" b="0" i="0" u="none" strike="noStrike" kern="0" cap="small" spc="-1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00" normalizeH="0" baseline="0" noProof="0" dirty="0">
                <a:ln>
                  <a:noFill/>
                </a:ln>
                <a:solidFill>
                  <a:schemeClr val="bg1"/>
                </a:solidFill>
                <a:effectLst/>
                <a:uLnTx/>
                <a:uFillTx/>
                <a:latin typeface="Times New Roman" panose="02020603050405020304"/>
                <a:ea typeface="+mn-ea"/>
                <a:cs typeface="Times New Roman" panose="02020603050405020304"/>
              </a:rPr>
              <a:t>of</a:t>
            </a:r>
            <a:r>
              <a:rPr kumimoji="0" sz="1600" b="0" i="0" u="none" strike="noStrike" kern="0" cap="small" spc="5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14" normalizeH="0" baseline="0" noProof="0" dirty="0">
                <a:ln>
                  <a:noFill/>
                </a:ln>
                <a:solidFill>
                  <a:schemeClr val="bg1"/>
                </a:solidFill>
                <a:effectLst/>
                <a:uLnTx/>
                <a:uFillTx/>
                <a:latin typeface="Times New Roman" panose="02020603050405020304"/>
                <a:ea typeface="+mn-ea"/>
                <a:cs typeface="Times New Roman" panose="02020603050405020304"/>
              </a:rPr>
              <a:t>Computer</a:t>
            </a:r>
            <a:r>
              <a:rPr kumimoji="0" sz="1600" b="0" i="0" u="none" strike="noStrike" kern="0" cap="small" spc="60"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95" normalizeH="0" baseline="0" noProof="0" dirty="0">
                <a:ln>
                  <a:noFill/>
                </a:ln>
                <a:solidFill>
                  <a:schemeClr val="bg1"/>
                </a:solidFill>
                <a:effectLst/>
                <a:uLnTx/>
                <a:uFillTx/>
                <a:latin typeface="Times New Roman" panose="02020603050405020304"/>
                <a:ea typeface="+mn-ea"/>
                <a:cs typeface="Times New Roman" panose="02020603050405020304"/>
              </a:rPr>
              <a:t>Science</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and</a:t>
            </a:r>
            <a:r>
              <a:rPr kumimoji="0" sz="1600" b="0" i="0" u="none" strike="noStrike" kern="0" cap="small" spc="55" normalizeH="0" baseline="0" noProof="0" dirty="0">
                <a:ln>
                  <a:noFill/>
                </a:ln>
                <a:solidFill>
                  <a:schemeClr val="bg1"/>
                </a:solidFill>
                <a:effectLst/>
                <a:uLnTx/>
                <a:uFillTx/>
                <a:latin typeface="Times New Roman" panose="02020603050405020304"/>
                <a:ea typeface="+mn-ea"/>
                <a:cs typeface="Times New Roman" panose="02020603050405020304"/>
              </a:rPr>
              <a:t> </a:t>
            </a:r>
            <a:r>
              <a:rPr kumimoji="0" sz="1600" b="0" i="0" u="none" strike="noStrike" kern="0" cap="small" spc="-130" normalizeH="0" baseline="0" noProof="0" dirty="0">
                <a:ln>
                  <a:noFill/>
                </a:ln>
                <a:solidFill>
                  <a:schemeClr val="bg1"/>
                </a:solidFill>
                <a:effectLst/>
                <a:uLnTx/>
                <a:uFillTx/>
                <a:latin typeface="Times New Roman" panose="02020603050405020304"/>
                <a:ea typeface="+mn-ea"/>
                <a:cs typeface="Times New Roman" panose="02020603050405020304"/>
              </a:rPr>
              <a:t>Engineering</a:t>
            </a:r>
          </a:p>
        </p:txBody>
      </p:sp>
      <p:sp>
        <p:nvSpPr>
          <p:cNvPr id="7" name="object 7"/>
          <p:cNvSpPr txBox="1"/>
          <p:nvPr/>
        </p:nvSpPr>
        <p:spPr>
          <a:xfrm>
            <a:off x="7146925" y="6629400"/>
            <a:ext cx="4130675" cy="230188"/>
          </a:xfrm>
          <a:prstGeom prst="rect">
            <a:avLst/>
          </a:prstGeom>
        </p:spPr>
        <p:txBody>
          <a:bodyPr wrap="square" lIns="0" tIns="0" rIns="0" bIns="0">
            <a:spAutoFit/>
          </a:bodyPr>
          <a:lstStyle/>
          <a:p>
            <a:pPr marL="12700" marR="0" defTabSz="914400" eaLnBrk="1" fontAlgn="auto" hangingPunct="1">
              <a:lnSpc>
                <a:spcPts val="1845"/>
              </a:lnSpc>
              <a:spcBef>
                <a:spcPts val="0"/>
              </a:spcBef>
              <a:spcAft>
                <a:spcPts val="0"/>
              </a:spcAft>
              <a:buClrTx/>
              <a:buSzTx/>
              <a:buFontTx/>
              <a:buNone/>
              <a:defRPr/>
            </a:pPr>
            <a:r>
              <a:rPr kumimoji="0" sz="1600" kern="0" cap="small" spc="-105" normalizeH="0" baseline="0" noProof="0" dirty="0">
                <a:solidFill>
                  <a:srgbClr val="FFFFFF"/>
                </a:solidFill>
                <a:latin typeface="Times New Roman" panose="02020603050405020304"/>
                <a:ea typeface="+mn-ea"/>
                <a:cs typeface="Times New Roman" panose="02020603050405020304"/>
              </a:rPr>
              <a:t>Srinivasa</a:t>
            </a:r>
            <a:r>
              <a:rPr kumimoji="0" sz="1600" kern="0" cap="small" spc="70" normalizeH="0" baseline="0" noProof="0" dirty="0">
                <a:solidFill>
                  <a:srgbClr val="FFFFFF"/>
                </a:solidFill>
                <a:latin typeface="Times New Roman" panose="02020603050405020304"/>
                <a:ea typeface="+mn-ea"/>
                <a:cs typeface="Times New Roman" panose="02020603050405020304"/>
              </a:rPr>
              <a:t> </a:t>
            </a:r>
            <a:r>
              <a:rPr kumimoji="0" sz="1600" kern="0" cap="small" spc="-120" normalizeH="0" baseline="0" noProof="0" dirty="0">
                <a:solidFill>
                  <a:srgbClr val="FFFFFF"/>
                </a:solidFill>
                <a:latin typeface="Times New Roman" panose="02020603050405020304"/>
                <a:ea typeface="+mn-ea"/>
                <a:cs typeface="Times New Roman" panose="02020603050405020304"/>
              </a:rPr>
              <a:t>Ramanujan</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10" normalizeH="0" baseline="0" noProof="0" dirty="0">
                <a:solidFill>
                  <a:srgbClr val="FFFFFF"/>
                </a:solidFill>
                <a:latin typeface="Times New Roman" panose="02020603050405020304"/>
                <a:ea typeface="+mn-ea"/>
                <a:cs typeface="Times New Roman" panose="02020603050405020304"/>
              </a:rPr>
              <a:t>Institute</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00" normalizeH="0" baseline="0" noProof="0" dirty="0">
                <a:solidFill>
                  <a:srgbClr val="FFFFFF"/>
                </a:solidFill>
                <a:latin typeface="Times New Roman" panose="02020603050405020304"/>
                <a:ea typeface="+mn-ea"/>
                <a:cs typeface="Times New Roman" panose="02020603050405020304"/>
              </a:rPr>
              <a:t>of</a:t>
            </a:r>
            <a:r>
              <a:rPr kumimoji="0" sz="1600" kern="0" cap="small" spc="75" normalizeH="0" baseline="0" noProof="0" dirty="0">
                <a:solidFill>
                  <a:srgbClr val="FFFFFF"/>
                </a:solidFill>
                <a:latin typeface="Times New Roman" panose="02020603050405020304"/>
                <a:ea typeface="+mn-ea"/>
                <a:cs typeface="Times New Roman" panose="02020603050405020304"/>
              </a:rPr>
              <a:t> </a:t>
            </a:r>
            <a:r>
              <a:rPr kumimoji="0" sz="1600" kern="0" cap="small" spc="-140" normalizeH="0" baseline="0" noProof="0" dirty="0">
                <a:solidFill>
                  <a:srgbClr val="FFFFFF"/>
                </a:solidFill>
                <a:latin typeface="Times New Roman" panose="02020603050405020304"/>
                <a:ea typeface="+mn-ea"/>
                <a:cs typeface="Times New Roman" panose="02020603050405020304"/>
              </a:rPr>
              <a:t>Technology</a:t>
            </a:r>
            <a:endParaRPr kumimoji="0" sz="1600" kern="0" cap="none" spc="0" normalizeH="0" baseline="0" noProof="0" dirty="0">
              <a:solidFill>
                <a:sysClr val="windowText" lastClr="000000"/>
              </a:solidFill>
              <a:latin typeface="Times New Roman" panose="02020603050405020304"/>
              <a:ea typeface="+mn-ea"/>
              <a:cs typeface="Times New Roman" panose="02020603050405020304"/>
            </a:endParaRPr>
          </a:p>
        </p:txBody>
      </p:sp>
      <p:sp>
        <p:nvSpPr>
          <p:cNvPr id="8" name="object 8"/>
          <p:cNvSpPr txBox="1">
            <a:spLocks noGrp="1"/>
          </p:cNvSpPr>
          <p:nvPr>
            <p:ph type="sldNum" sz="quarter" idx="12"/>
          </p:nvPr>
        </p:nvSpPr>
        <p:spPr>
          <a:noFill/>
        </p:spPr>
        <p:txBody>
          <a:bodyPr vert="horz" wrap="square" lIns="0" tIns="0" rIns="0" bIns="0" rtlCol="0">
            <a:spAutoFit/>
          </a:bodyPr>
          <a:lstStyle/>
          <a:p>
            <a:pPr marL="12700" marR="0" lvl="0" indent="0" algn="l" defTabSz="914400" rtl="0" eaLnBrk="1" fontAlgn="auto" latinLnBrk="0" hangingPunct="1">
              <a:lnSpc>
                <a:spcPts val="1845"/>
              </a:lnSpc>
              <a:spcBef>
                <a:spcPts val="0"/>
              </a:spcBef>
              <a:spcAft>
                <a:spcPts val="0"/>
              </a:spcAft>
              <a:buClrTx/>
              <a:buSzTx/>
              <a:buFontTx/>
              <a:buNone/>
              <a:defRPr/>
            </a:pPr>
            <a:fld id="{F39B4845-06F7-44E9-A15D-A364008AF767}" type="slidenum">
              <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rPr>
              <a:t>11</a:t>
            </a:fld>
            <a:endParaRPr kumimoji="0" sz="1600" b="1" i="0" u="none" strike="noStrike" kern="0" cap="none" spc="-25" normalizeH="0" baseline="0" noProof="0">
              <a:ln>
                <a:noFill/>
              </a:ln>
              <a:solidFill>
                <a:srgbClr val="002060"/>
              </a:solidFill>
              <a:effectLst/>
              <a:uLnTx/>
              <a:uFillTx/>
              <a:latin typeface="Times New Roman" panose="02020603050405020304"/>
              <a:ea typeface="+mn-ea"/>
              <a:cs typeface="Times New Roman" panose="02020603050405020304"/>
            </a:endParaRPr>
          </a:p>
        </p:txBody>
      </p:sp>
      <p:sp>
        <p:nvSpPr>
          <p:cNvPr id="4" name="object 4"/>
          <p:cNvSpPr txBox="1">
            <a:spLocks noGrp="1"/>
          </p:cNvSpPr>
          <p:nvPr>
            <p:ph type="title"/>
          </p:nvPr>
        </p:nvSpPr>
        <p:spPr>
          <a:xfrm>
            <a:off x="2705100" y="2352675"/>
            <a:ext cx="6692900" cy="1487488"/>
          </a:xfrm>
        </p:spPr>
        <p:txBody>
          <a:bodyPr vert="horz" wrap="square" lIns="0" tIns="12700" rIns="0" bIns="0" numCol="1" rtlCol="0" anchor="t" anchorCtr="0" compatLnSpc="1">
            <a:spAutoFit/>
          </a:bodyPr>
          <a:lstStyle/>
          <a:p>
            <a:pPr marL="12700" marR="0" lvl="0" indent="0" algn="ctr" defTabSz="914400" rtl="0" eaLnBrk="1" fontAlgn="auto" latinLnBrk="0" hangingPunct="1">
              <a:lnSpc>
                <a:spcPct val="100000"/>
              </a:lnSpc>
              <a:spcBef>
                <a:spcPts val="100"/>
              </a:spcBef>
              <a:spcAft>
                <a:spcPts val="0"/>
              </a:spcAft>
              <a:buClrTx/>
              <a:buSzTx/>
              <a:buFontTx/>
              <a:buNone/>
              <a:defRPr/>
            </a:pPr>
            <a:r>
              <a:rPr kumimoji="0" sz="9600" b="0" i="1" u="none" strike="noStrike" kern="0" cap="none" spc="0" normalizeH="0" baseline="0" noProof="0" dirty="0">
                <a:ln>
                  <a:noFill/>
                </a:ln>
                <a:solidFill>
                  <a:srgbClr val="FF6600"/>
                </a:solidFill>
                <a:effectLst/>
                <a:uLnTx/>
                <a:uFillTx/>
                <a:latin typeface="Times New Roman" panose="02020603050405020304"/>
                <a:ea typeface="+mj-ea"/>
                <a:cs typeface="Times New Roman" panose="02020603050405020304"/>
              </a:rPr>
              <a:t>Any</a:t>
            </a:r>
            <a:r>
              <a:rPr kumimoji="0" sz="9600" b="0" i="1" u="none" strike="noStrike" kern="0" cap="none" spc="-30" normalizeH="0" baseline="0" noProof="0" dirty="0">
                <a:ln>
                  <a:noFill/>
                </a:ln>
                <a:solidFill>
                  <a:srgbClr val="FF6600"/>
                </a:solidFill>
                <a:effectLst/>
                <a:uLnTx/>
                <a:uFillTx/>
                <a:latin typeface="Times New Roman" panose="02020603050405020304"/>
                <a:ea typeface="+mj-ea"/>
                <a:cs typeface="Times New Roman" panose="02020603050405020304"/>
              </a:rPr>
              <a:t> </a:t>
            </a:r>
            <a:r>
              <a:rPr kumimoji="0" sz="9600" b="0" i="1" u="none" strike="noStrike" kern="0" cap="none" spc="-10" normalizeH="0" baseline="0" noProof="0" dirty="0">
                <a:ln>
                  <a:noFill/>
                </a:ln>
                <a:solidFill>
                  <a:srgbClr val="FF6600"/>
                </a:solidFill>
                <a:effectLst/>
                <a:uLnTx/>
                <a:uFillTx/>
                <a:latin typeface="Times New Roman" panose="02020603050405020304"/>
                <a:ea typeface="+mj-ea"/>
                <a:cs typeface="Times New Roman" panose="02020603050405020304"/>
              </a:rPr>
              <a:t>Queries?</a:t>
            </a:r>
            <a:endParaRPr kumimoji="0" sz="9600" b="0" i="0" u="none" strike="noStrike" kern="0" cap="none" spc="0" normalizeH="0" baseline="0" noProof="0">
              <a:ln>
                <a:noFill/>
              </a:ln>
              <a:solidFill>
                <a:schemeClr val="bg1"/>
              </a:solidFill>
              <a:effectLst/>
              <a:uLnTx/>
              <a:uFillTx/>
              <a:latin typeface="Times New Roman" panose="02020603050405020304"/>
              <a:ea typeface="+mj-ea"/>
              <a:cs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1632</Words>
  <Application>Microsoft Office PowerPoint</Application>
  <PresentationFormat>Widescreen</PresentationFormat>
  <Paragraphs>132</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Lucida Sans Unicode</vt:lpstr>
      <vt:lpstr>Times New Roman</vt:lpstr>
      <vt:lpstr>Office Theme</vt:lpstr>
      <vt:lpstr>Remote sensing Image scene Classification on LULC using ML</vt:lpstr>
      <vt:lpstr>Contents</vt:lpstr>
      <vt:lpstr>Title Justification</vt:lpstr>
      <vt:lpstr>   Abstract</vt:lpstr>
      <vt:lpstr>Problem Statement</vt:lpstr>
      <vt:lpstr>Objectives of Project</vt:lpstr>
      <vt:lpstr>PowerPoint Presentation</vt:lpstr>
      <vt:lpstr>Proposed System</vt:lpstr>
      <vt:lpstr> References</vt:lpstr>
      <vt:lpstr>Git Hub Dashboards of each student</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ECOVISION:Deep Learning Model foy Seasonal Detection</dc:title>
  <dc:creator>DELL E5490</dc:creator>
  <cp:lastModifiedBy>JINKA GOWRI</cp:lastModifiedBy>
  <cp:revision>19</cp:revision>
  <dcterms:created xsi:type="dcterms:W3CDTF">2025-12-02T14:37:55Z</dcterms:created>
  <dcterms:modified xsi:type="dcterms:W3CDTF">2025-12-12T05:11:07Z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2025-12-02T05:30:00Z</vt:filetime>
  </property>
  <property fmtid="{D5CDD505-2E9C-101B-9397-08002B2CF9AE}" pid="3" name="Creator">
    <vt:lpwstr>Google</vt:lpwstr>
  </property>
  <property fmtid="{D5CDD505-2E9C-101B-9397-08002B2CF9AE}" pid="4" name="LastSaved">
    <vt:filetime>2025-12-02T05:30:00Z</vt:filetime>
  </property>
  <property fmtid="{D5CDD505-2E9C-101B-9397-08002B2CF9AE}" pid="5" name="ICV">
    <vt:lpwstr>E8DA6CA97EDE4DC7B3CF7BF91B75CE3D_12</vt:lpwstr>
  </property>
  <property fmtid="{D5CDD505-2E9C-101B-9397-08002B2CF9AE}" pid="6" name="KSOProductBuildVer">
    <vt:lpwstr>1033-12.2.0.23155</vt:lpwstr>
  </property>
</Properties>
</file>